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403" r:id="rId5"/>
    <p:sldId id="408" r:id="rId6"/>
    <p:sldId id="409" r:id="rId7"/>
    <p:sldId id="410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8" userDrawn="1">
          <p15:clr>
            <a:srgbClr val="A4A3A4"/>
          </p15:clr>
        </p15:guide>
        <p15:guide id="2" orient="horz" pos="576" userDrawn="1">
          <p15:clr>
            <a:srgbClr val="A4A3A4"/>
          </p15:clr>
        </p15:guide>
        <p15:guide id="4" pos="240">
          <p15:clr>
            <a:srgbClr val="A4A3A4"/>
          </p15:clr>
        </p15:guide>
        <p15:guide id="5" pos="5472" userDrawn="1">
          <p15:clr>
            <a:srgbClr val="A4A3A4"/>
          </p15:clr>
        </p15:guide>
        <p15:guide id="6" orient="horz" pos="1824" userDrawn="1">
          <p15:clr>
            <a:srgbClr val="A4A3A4"/>
          </p15:clr>
        </p15:guide>
        <p15:guide id="7" orient="horz" pos="2928" userDrawn="1">
          <p15:clr>
            <a:srgbClr val="A4A3A4"/>
          </p15:clr>
        </p15:guide>
        <p15:guide id="8" orient="horz" pos="1280" userDrawn="1">
          <p15:clr>
            <a:srgbClr val="A4A3A4"/>
          </p15:clr>
        </p15:guide>
        <p15:guide id="9" pos="1632" userDrawn="1">
          <p15:clr>
            <a:srgbClr val="A4A3A4"/>
          </p15:clr>
        </p15:guide>
        <p15:guide id="10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WS" initials="B" lastIdx="0" clrIdx="0">
    <p:extLst>
      <p:ext uri="{19B8F6BF-5375-455C-9EA6-DF929625EA0E}">
        <p15:presenceInfo xmlns:p15="http://schemas.microsoft.com/office/powerpoint/2012/main" userId="BI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1D7"/>
    <a:srgbClr val="031174"/>
    <a:srgbClr val="485059"/>
    <a:srgbClr val="5E7C9E"/>
    <a:srgbClr val="A6A6A6"/>
    <a:srgbClr val="113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30" y="474"/>
      </p:cViewPr>
      <p:guideLst>
        <p:guide orient="horz" pos="4008"/>
        <p:guide orient="horz" pos="576"/>
        <p:guide pos="240"/>
        <p:guide pos="5472"/>
        <p:guide orient="horz" pos="1824"/>
        <p:guide orient="horz" pos="2928"/>
        <p:guide orient="horz" pos="1280"/>
        <p:guide pos="1632"/>
        <p:guide pos="41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, Sebastian W" userId="S::sws22@ic.ac.uk::c302d82e-2c57-4b16-b4dc-13e5bef371bd" providerId="AD" clId="Web-{346928B7-C690-4850-953D-080F03EA5E87}"/>
    <pc:docChg chg="modSld">
      <pc:chgData name="Stuart, Sebastian W" userId="S::sws22@ic.ac.uk::c302d82e-2c57-4b16-b4dc-13e5bef371bd" providerId="AD" clId="Web-{346928B7-C690-4850-953D-080F03EA5E87}" dt="2024-05-27T23:20:37.690" v="31" actId="20577"/>
      <pc:docMkLst>
        <pc:docMk/>
      </pc:docMkLst>
      <pc:sldChg chg="modSp">
        <pc:chgData name="Stuart, Sebastian W" userId="S::sws22@ic.ac.uk::c302d82e-2c57-4b16-b4dc-13e5bef371bd" providerId="AD" clId="Web-{346928B7-C690-4850-953D-080F03EA5E87}" dt="2024-05-27T23:20:37.690" v="31" actId="20577"/>
        <pc:sldMkLst>
          <pc:docMk/>
          <pc:sldMk cId="3660141591" sldId="408"/>
        </pc:sldMkLst>
        <pc:spChg chg="mod">
          <ac:chgData name="Stuart, Sebastian W" userId="S::sws22@ic.ac.uk::c302d82e-2c57-4b16-b4dc-13e5bef371bd" providerId="AD" clId="Web-{346928B7-C690-4850-953D-080F03EA5E87}" dt="2024-05-27T23:20:37.690" v="31" actId="20577"/>
          <ac:spMkLst>
            <pc:docMk/>
            <pc:sldMk cId="3660141591" sldId="408"/>
            <ac:spMk id="6" creationId="{A595D64D-B4E0-0424-5DC7-71D7E0D122BD}"/>
          </ac:spMkLst>
        </pc:spChg>
      </pc:sldChg>
    </pc:docChg>
  </pc:docChgLst>
  <pc:docChgLst>
    <pc:chgData name="Stuart, Sebastian W" userId="S::sws22@ic.ac.uk::c302d82e-2c57-4b16-b4dc-13e5bef371bd" providerId="AD" clId="Web-{93362AA9-6AB0-42CB-A6D0-56F494037242}"/>
    <pc:docChg chg="modSld">
      <pc:chgData name="Stuart, Sebastian W" userId="S::sws22@ic.ac.uk::c302d82e-2c57-4b16-b4dc-13e5bef371bd" providerId="AD" clId="Web-{93362AA9-6AB0-42CB-A6D0-56F494037242}" dt="2024-05-27T23:16:18.736" v="5" actId="20577"/>
      <pc:docMkLst>
        <pc:docMk/>
      </pc:docMkLst>
      <pc:sldChg chg="modSp">
        <pc:chgData name="Stuart, Sebastian W" userId="S::sws22@ic.ac.uk::c302d82e-2c57-4b16-b4dc-13e5bef371bd" providerId="AD" clId="Web-{93362AA9-6AB0-42CB-A6D0-56F494037242}" dt="2024-05-27T23:16:18.736" v="5" actId="20577"/>
        <pc:sldMkLst>
          <pc:docMk/>
          <pc:sldMk cId="3660141591" sldId="408"/>
        </pc:sldMkLst>
        <pc:spChg chg="mod">
          <ac:chgData name="Stuart, Sebastian W" userId="S::sws22@ic.ac.uk::c302d82e-2c57-4b16-b4dc-13e5bef371bd" providerId="AD" clId="Web-{93362AA9-6AB0-42CB-A6D0-56F494037242}" dt="2024-05-27T23:16:09.705" v="4" actId="20577"/>
          <ac:spMkLst>
            <pc:docMk/>
            <pc:sldMk cId="3660141591" sldId="408"/>
            <ac:spMk id="4" creationId="{D735AE92-35B1-C0D5-76AB-6A670B611CAD}"/>
          </ac:spMkLst>
        </pc:spChg>
        <pc:spChg chg="mod">
          <ac:chgData name="Stuart, Sebastian W" userId="S::sws22@ic.ac.uk::c302d82e-2c57-4b16-b4dc-13e5bef371bd" providerId="AD" clId="Web-{93362AA9-6AB0-42CB-A6D0-56F494037242}" dt="2024-05-27T23:16:18.736" v="5" actId="20577"/>
          <ac:spMkLst>
            <pc:docMk/>
            <pc:sldMk cId="3660141591" sldId="408"/>
            <ac:spMk id="6" creationId="{A595D64D-B4E0-0424-5DC7-71D7E0D122BD}"/>
          </ac:spMkLst>
        </pc:spChg>
      </pc:sldChg>
    </pc:docChg>
  </pc:docChgLst>
  <pc:docChgLst>
    <pc:chgData name="Stuart, Sebastian W" userId="S::sws22@ic.ac.uk::c302d82e-2c57-4b16-b4dc-13e5bef371bd" providerId="AD" clId="Web-{D9B307FC-8A3F-4855-B27D-E6AC97953524}"/>
    <pc:docChg chg="delSld modSld">
      <pc:chgData name="Stuart, Sebastian W" userId="S::sws22@ic.ac.uk::c302d82e-2c57-4b16-b4dc-13e5bef371bd" providerId="AD" clId="Web-{D9B307FC-8A3F-4855-B27D-E6AC97953524}" dt="2024-05-27T23:14:30.450" v="7"/>
      <pc:docMkLst>
        <pc:docMk/>
      </pc:docMkLst>
      <pc:sldChg chg="del">
        <pc:chgData name="Stuart, Sebastian W" userId="S::sws22@ic.ac.uk::c302d82e-2c57-4b16-b4dc-13e5bef371bd" providerId="AD" clId="Web-{D9B307FC-8A3F-4855-B27D-E6AC97953524}" dt="2024-05-27T23:14:30.450" v="7"/>
        <pc:sldMkLst>
          <pc:docMk/>
          <pc:sldMk cId="3153524923" sldId="401"/>
        </pc:sldMkLst>
      </pc:sldChg>
      <pc:sldChg chg="modSp">
        <pc:chgData name="Stuart, Sebastian W" userId="S::sws22@ic.ac.uk::c302d82e-2c57-4b16-b4dc-13e5bef371bd" providerId="AD" clId="Web-{D9B307FC-8A3F-4855-B27D-E6AC97953524}" dt="2024-05-27T23:14:22.496" v="4" actId="20577"/>
        <pc:sldMkLst>
          <pc:docMk/>
          <pc:sldMk cId="2077210056" sldId="403"/>
        </pc:sldMkLst>
        <pc:spChg chg="mod">
          <ac:chgData name="Stuart, Sebastian W" userId="S::sws22@ic.ac.uk::c302d82e-2c57-4b16-b4dc-13e5bef371bd" providerId="AD" clId="Web-{D9B307FC-8A3F-4855-B27D-E6AC97953524}" dt="2024-05-27T23:14:22.496" v="4" actId="20577"/>
          <ac:spMkLst>
            <pc:docMk/>
            <pc:sldMk cId="2077210056" sldId="403"/>
            <ac:spMk id="2" creationId="{2E0BD517-6AD3-170F-6223-2338680EBB92}"/>
          </ac:spMkLst>
        </pc:spChg>
      </pc:sldChg>
      <pc:sldChg chg="del">
        <pc:chgData name="Stuart, Sebastian W" userId="S::sws22@ic.ac.uk::c302d82e-2c57-4b16-b4dc-13e5bef371bd" providerId="AD" clId="Web-{D9B307FC-8A3F-4855-B27D-E6AC97953524}" dt="2024-05-27T23:14:28.950" v="6"/>
        <pc:sldMkLst>
          <pc:docMk/>
          <pc:sldMk cId="565120924" sldId="406"/>
        </pc:sldMkLst>
      </pc:sldChg>
      <pc:sldChg chg="del">
        <pc:chgData name="Stuart, Sebastian W" userId="S::sws22@ic.ac.uk::c302d82e-2c57-4b16-b4dc-13e5bef371bd" providerId="AD" clId="Web-{D9B307FC-8A3F-4855-B27D-E6AC97953524}" dt="2024-05-27T23:14:27.590" v="5"/>
        <pc:sldMkLst>
          <pc:docMk/>
          <pc:sldMk cId="1818865107" sldId="407"/>
        </pc:sldMkLst>
      </pc:sldChg>
    </pc:docChg>
  </pc:docChgLst>
  <pc:docChgLst>
    <pc:chgData name="Stuart, Sebastian W" userId="c302d82e-2c57-4b16-b4dc-13e5bef371bd" providerId="ADAL" clId="{B267E868-C671-4390-9A6A-4DE248D737F6}"/>
    <pc:docChg chg="custSel addSld modSld">
      <pc:chgData name="Stuart, Sebastian W" userId="c302d82e-2c57-4b16-b4dc-13e5bef371bd" providerId="ADAL" clId="{B267E868-C671-4390-9A6A-4DE248D737F6}" dt="2024-05-31T13:48:07.304" v="910" actId="5793"/>
      <pc:docMkLst>
        <pc:docMk/>
      </pc:docMkLst>
      <pc:sldChg chg="modSp mod">
        <pc:chgData name="Stuart, Sebastian W" userId="c302d82e-2c57-4b16-b4dc-13e5bef371bd" providerId="ADAL" clId="{B267E868-C671-4390-9A6A-4DE248D737F6}" dt="2024-05-31T13:37:44.290" v="1" actId="20577"/>
        <pc:sldMkLst>
          <pc:docMk/>
          <pc:sldMk cId="2077210056" sldId="403"/>
        </pc:sldMkLst>
        <pc:spChg chg="mod">
          <ac:chgData name="Stuart, Sebastian W" userId="c302d82e-2c57-4b16-b4dc-13e5bef371bd" providerId="ADAL" clId="{B267E868-C671-4390-9A6A-4DE248D737F6}" dt="2024-05-31T13:37:44.290" v="1" actId="20577"/>
          <ac:spMkLst>
            <pc:docMk/>
            <pc:sldMk cId="2077210056" sldId="403"/>
            <ac:spMk id="3" creationId="{0E999078-82A1-52A9-34F4-07E2D1282240}"/>
          </ac:spMkLst>
        </pc:spChg>
      </pc:sldChg>
      <pc:sldChg chg="modSp mod">
        <pc:chgData name="Stuart, Sebastian W" userId="c302d82e-2c57-4b16-b4dc-13e5bef371bd" providerId="ADAL" clId="{B267E868-C671-4390-9A6A-4DE248D737F6}" dt="2024-05-31T13:48:07.304" v="910" actId="5793"/>
        <pc:sldMkLst>
          <pc:docMk/>
          <pc:sldMk cId="3660141591" sldId="408"/>
        </pc:sldMkLst>
        <pc:spChg chg="mod">
          <ac:chgData name="Stuart, Sebastian W" userId="c302d82e-2c57-4b16-b4dc-13e5bef371bd" providerId="ADAL" clId="{B267E868-C671-4390-9A6A-4DE248D737F6}" dt="2024-05-31T13:48:07.304" v="910" actId="5793"/>
          <ac:spMkLst>
            <pc:docMk/>
            <pc:sldMk cId="3660141591" sldId="408"/>
            <ac:spMk id="6" creationId="{A595D64D-B4E0-0424-5DC7-71D7E0D122BD}"/>
          </ac:spMkLst>
        </pc:spChg>
      </pc:sldChg>
      <pc:sldChg chg="modSp new mod">
        <pc:chgData name="Stuart, Sebastian W" userId="c302d82e-2c57-4b16-b4dc-13e5bef371bd" providerId="ADAL" clId="{B267E868-C671-4390-9A6A-4DE248D737F6}" dt="2024-05-31T13:40:40.704" v="247" actId="20577"/>
        <pc:sldMkLst>
          <pc:docMk/>
          <pc:sldMk cId="1869550198" sldId="409"/>
        </pc:sldMkLst>
        <pc:spChg chg="mod">
          <ac:chgData name="Stuart, Sebastian W" userId="c302d82e-2c57-4b16-b4dc-13e5bef371bd" providerId="ADAL" clId="{B267E868-C671-4390-9A6A-4DE248D737F6}" dt="2024-05-31T13:40:40.704" v="247" actId="20577"/>
          <ac:spMkLst>
            <pc:docMk/>
            <pc:sldMk cId="1869550198" sldId="409"/>
            <ac:spMk id="3" creationId="{8A74FBC7-8577-89C4-9775-ABD83FB96E08}"/>
          </ac:spMkLst>
        </pc:spChg>
      </pc:sldChg>
      <pc:sldChg chg="new">
        <pc:chgData name="Stuart, Sebastian W" userId="c302d82e-2c57-4b16-b4dc-13e5bef371bd" providerId="ADAL" clId="{B267E868-C671-4390-9A6A-4DE248D737F6}" dt="2024-05-31T13:40:43.112" v="248" actId="680"/>
        <pc:sldMkLst>
          <pc:docMk/>
          <pc:sldMk cId="577297742" sldId="410"/>
        </pc:sldMkLst>
      </pc:sldChg>
    </pc:docChg>
  </pc:docChgLst>
  <pc:docChgLst>
    <pc:chgData name="Amann, Guillaume J" userId="5c8697d1-60e8-4cfe-afe6-e8ad16fdab20" providerId="ADAL" clId="{9B2708CE-18F7-434D-B4DB-BBE1F19B7789}"/>
    <pc:docChg chg="undo custSel addSld delSld modSld addMainMaster delMainMaster modMainMaster">
      <pc:chgData name="Amann, Guillaume J" userId="5c8697d1-60e8-4cfe-afe6-e8ad16fdab20" providerId="ADAL" clId="{9B2708CE-18F7-434D-B4DB-BBE1F19B7789}" dt="2024-05-24T16:17:01.019" v="579" actId="2696"/>
      <pc:docMkLst>
        <pc:docMk/>
      </pc:docMkLst>
      <pc:sldChg chg="addSp delSp modSp mod">
        <pc:chgData name="Amann, Guillaume J" userId="5c8697d1-60e8-4cfe-afe6-e8ad16fdab20" providerId="ADAL" clId="{9B2708CE-18F7-434D-B4DB-BBE1F19B7789}" dt="2024-05-23T23:20:14.973" v="91" actId="478"/>
        <pc:sldMkLst>
          <pc:docMk/>
          <pc:sldMk cId="0" sldId="257"/>
        </pc:sldMkLst>
        <pc:spChg chg="add del mod">
          <ac:chgData name="Amann, Guillaume J" userId="5c8697d1-60e8-4cfe-afe6-e8ad16fdab20" providerId="ADAL" clId="{9B2708CE-18F7-434D-B4DB-BBE1F19B7789}" dt="2024-05-23T23:20:14.973" v="91" actId="478"/>
          <ac:spMkLst>
            <pc:docMk/>
            <pc:sldMk cId="0" sldId="257"/>
            <ac:spMk id="2" creationId="{E7623259-58EA-7A7C-D102-C3DE8F88BA0C}"/>
          </ac:spMkLst>
        </pc:spChg>
      </pc:sldChg>
      <pc:sldChg chg="del">
        <pc:chgData name="Amann, Guillaume J" userId="5c8697d1-60e8-4cfe-afe6-e8ad16fdab20" providerId="ADAL" clId="{9B2708CE-18F7-434D-B4DB-BBE1F19B7789}" dt="2024-05-23T23:20:36.196" v="94" actId="2696"/>
        <pc:sldMkLst>
          <pc:docMk/>
          <pc:sldMk cId="572534859" sldId="302"/>
        </pc:sldMkLst>
      </pc:sldChg>
      <pc:sldChg chg="del">
        <pc:chgData name="Amann, Guillaume J" userId="5c8697d1-60e8-4cfe-afe6-e8ad16fdab20" providerId="ADAL" clId="{9B2708CE-18F7-434D-B4DB-BBE1F19B7789}" dt="2024-05-24T16:17:01.019" v="579" actId="2696"/>
        <pc:sldMkLst>
          <pc:docMk/>
          <pc:sldMk cId="567083183" sldId="349"/>
        </pc:sldMkLst>
      </pc:sldChg>
      <pc:sldChg chg="addSp delSp modSp new mod">
        <pc:chgData name="Amann, Guillaume J" userId="5c8697d1-60e8-4cfe-afe6-e8ad16fdab20" providerId="ADAL" clId="{9B2708CE-18F7-434D-B4DB-BBE1F19B7789}" dt="2024-05-23T23:42:44.763" v="556" actId="3064"/>
        <pc:sldMkLst>
          <pc:docMk/>
          <pc:sldMk cId="3153524923" sldId="401"/>
        </pc:sldMkLst>
        <pc:spChg chg="del">
          <ac:chgData name="Amann, Guillaume J" userId="5c8697d1-60e8-4cfe-afe6-e8ad16fdab20" providerId="ADAL" clId="{9B2708CE-18F7-434D-B4DB-BBE1F19B7789}" dt="2024-05-23T23:20:33.039" v="92" actId="478"/>
          <ac:spMkLst>
            <pc:docMk/>
            <pc:sldMk cId="3153524923" sldId="401"/>
            <ac:spMk id="2" creationId="{AAFA942A-44EE-15D3-4C5A-8FD371209C09}"/>
          </ac:spMkLst>
        </pc:spChg>
        <pc:spChg chg="mod">
          <ac:chgData name="Amann, Guillaume J" userId="5c8697d1-60e8-4cfe-afe6-e8ad16fdab20" providerId="ADAL" clId="{9B2708CE-18F7-434D-B4DB-BBE1F19B7789}" dt="2024-05-23T22:50:19.475" v="66" actId="113"/>
          <ac:spMkLst>
            <pc:docMk/>
            <pc:sldMk cId="3153524923" sldId="401"/>
            <ac:spMk id="4" creationId="{D735AE92-35B1-C0D5-76AB-6A670B611CAD}"/>
          </ac:spMkLst>
        </pc:spChg>
        <pc:spChg chg="add del mod">
          <ac:chgData name="Amann, Guillaume J" userId="5c8697d1-60e8-4cfe-afe6-e8ad16fdab20" providerId="ADAL" clId="{9B2708CE-18F7-434D-B4DB-BBE1F19B7789}" dt="2024-05-23T23:31:35.369" v="295" actId="478"/>
          <ac:spMkLst>
            <pc:docMk/>
            <pc:sldMk cId="3153524923" sldId="401"/>
            <ac:spMk id="5" creationId="{FE94B85F-9EA8-B3B0-3CEB-6080716A971F}"/>
          </ac:spMkLst>
        </pc:spChg>
        <pc:spChg chg="add mod">
          <ac:chgData name="Amann, Guillaume J" userId="5c8697d1-60e8-4cfe-afe6-e8ad16fdab20" providerId="ADAL" clId="{9B2708CE-18F7-434D-B4DB-BBE1F19B7789}" dt="2024-05-23T23:42:44.763" v="556" actId="3064"/>
          <ac:spMkLst>
            <pc:docMk/>
            <pc:sldMk cId="3153524923" sldId="401"/>
            <ac:spMk id="6" creationId="{A595D64D-B4E0-0424-5DC7-71D7E0D122BD}"/>
          </ac:spMkLst>
        </pc:spChg>
      </pc:sldChg>
      <pc:sldChg chg="del">
        <pc:chgData name="Amann, Guillaume J" userId="5c8697d1-60e8-4cfe-afe6-e8ad16fdab20" providerId="ADAL" clId="{9B2708CE-18F7-434D-B4DB-BBE1F19B7789}" dt="2024-05-23T22:50:49.874" v="67" actId="2696"/>
        <pc:sldMkLst>
          <pc:docMk/>
          <pc:sldMk cId="884143671" sldId="402"/>
        </pc:sldMkLst>
      </pc:sldChg>
      <pc:sldChg chg="addSp delSp modSp new mod">
        <pc:chgData name="Amann, Guillaume J" userId="5c8697d1-60e8-4cfe-afe6-e8ad16fdab20" providerId="ADAL" clId="{9B2708CE-18F7-434D-B4DB-BBE1F19B7789}" dt="2024-05-23T23:45:18.640" v="571" actId="13900"/>
        <pc:sldMkLst>
          <pc:docMk/>
          <pc:sldMk cId="1617109669" sldId="402"/>
        </pc:sldMkLst>
        <pc:spChg chg="del">
          <ac:chgData name="Amann, Guillaume J" userId="5c8697d1-60e8-4cfe-afe6-e8ad16fdab20" providerId="ADAL" clId="{9B2708CE-18F7-434D-B4DB-BBE1F19B7789}" dt="2024-05-23T23:43:47.567" v="560" actId="478"/>
          <ac:spMkLst>
            <pc:docMk/>
            <pc:sldMk cId="1617109669" sldId="402"/>
            <ac:spMk id="2" creationId="{CD6FD078-5778-9907-998C-ACD26BAA573D}"/>
          </ac:spMkLst>
        </pc:spChg>
        <pc:spChg chg="mod">
          <ac:chgData name="Amann, Guillaume J" userId="5c8697d1-60e8-4cfe-afe6-e8ad16fdab20" providerId="ADAL" clId="{9B2708CE-18F7-434D-B4DB-BBE1F19B7789}" dt="2024-05-23T23:43:40.480" v="559"/>
          <ac:spMkLst>
            <pc:docMk/>
            <pc:sldMk cId="1617109669" sldId="402"/>
            <ac:spMk id="4" creationId="{6C1B4E09-4979-0EC8-32E4-4A620B14E7CA}"/>
          </ac:spMkLst>
        </pc:spChg>
        <pc:spChg chg="add mod">
          <ac:chgData name="Amann, Guillaume J" userId="5c8697d1-60e8-4cfe-afe6-e8ad16fdab20" providerId="ADAL" clId="{9B2708CE-18F7-434D-B4DB-BBE1F19B7789}" dt="2024-05-23T23:45:18.640" v="571" actId="13900"/>
          <ac:spMkLst>
            <pc:docMk/>
            <pc:sldMk cId="1617109669" sldId="402"/>
            <ac:spMk id="5" creationId="{45492EF3-7FDC-A2F4-FCC0-47B7CB2672D0}"/>
          </ac:spMkLst>
        </pc:spChg>
      </pc:sldChg>
      <pc:sldChg chg="modSp new del mod">
        <pc:chgData name="Amann, Guillaume J" userId="5c8697d1-60e8-4cfe-afe6-e8ad16fdab20" providerId="ADAL" clId="{9B2708CE-18F7-434D-B4DB-BBE1F19B7789}" dt="2024-05-23T23:19:09.513" v="84" actId="2696"/>
        <pc:sldMkLst>
          <pc:docMk/>
          <pc:sldMk cId="2183144102" sldId="402"/>
        </pc:sldMkLst>
        <pc:spChg chg="mod">
          <ac:chgData name="Amann, Guillaume J" userId="5c8697d1-60e8-4cfe-afe6-e8ad16fdab20" providerId="ADAL" clId="{9B2708CE-18F7-434D-B4DB-BBE1F19B7789}" dt="2024-05-23T23:19:04.021" v="83" actId="20577"/>
          <ac:spMkLst>
            <pc:docMk/>
            <pc:sldMk cId="2183144102" sldId="402"/>
            <ac:spMk id="4" creationId="{99BC4E58-3997-1452-E256-16F4E22252B4}"/>
          </ac:spMkLst>
        </pc:spChg>
      </pc:sldChg>
      <pc:sldMasterChg chg="addSp modSp mod addSldLayout modSldLayout">
        <pc:chgData name="Amann, Guillaume J" userId="5c8697d1-60e8-4cfe-afe6-e8ad16fdab20" providerId="ADAL" clId="{9B2708CE-18F7-434D-B4DB-BBE1F19B7789}" dt="2024-05-23T23:46:25.373" v="578"/>
        <pc:sldMasterMkLst>
          <pc:docMk/>
          <pc:sldMasterMk cId="0" sldId="2147483648"/>
        </pc:sldMasterMkLst>
        <pc:spChg chg="add mod">
          <ac:chgData name="Amann, Guillaume J" userId="5c8697d1-60e8-4cfe-afe6-e8ad16fdab20" providerId="ADAL" clId="{9B2708CE-18F7-434D-B4DB-BBE1F19B7789}" dt="2024-05-23T23:45:45.834" v="572"/>
          <ac:spMkLst>
            <pc:docMk/>
            <pc:sldMasterMk cId="0" sldId="2147483648"/>
            <ac:spMk id="7" creationId="{AAA6C591-91F3-8AB2-EEDC-C3D3CE172EE6}"/>
          </ac:spMkLst>
        </pc:spChg>
        <pc:spChg chg="mod">
          <ac:chgData name="Amann, Guillaume J" userId="5c8697d1-60e8-4cfe-afe6-e8ad16fdab20" providerId="ADAL" clId="{9B2708CE-18F7-434D-B4DB-BBE1F19B7789}" dt="2024-05-23T22:49:20.563" v="47" actId="113"/>
          <ac:spMkLst>
            <pc:docMk/>
            <pc:sldMasterMk cId="0" sldId="2147483648"/>
            <ac:spMk id="6146" creationId="{00000000-0000-0000-0000-000000000000}"/>
          </ac:spMkLst>
        </pc:spChg>
        <pc:picChg chg="mod modCrop">
          <ac:chgData name="Amann, Guillaume J" userId="5c8697d1-60e8-4cfe-afe6-e8ad16fdab20" providerId="ADAL" clId="{9B2708CE-18F7-434D-B4DB-BBE1F19B7789}" dt="2024-05-23T22:42:19.184" v="26" actId="34135"/>
          <ac:picMkLst>
            <pc:docMk/>
            <pc:sldMasterMk cId="0" sldId="2147483648"/>
            <ac:picMk id="2" creationId="{8388A8DC-D593-AC7C-50C8-17CF8157046D}"/>
          </ac:picMkLst>
        </pc:picChg>
        <pc:sldLayoutChg chg="modSp mod">
          <pc:chgData name="Amann, Guillaume J" userId="5c8697d1-60e8-4cfe-afe6-e8ad16fdab20" providerId="ADAL" clId="{9B2708CE-18F7-434D-B4DB-BBE1F19B7789}" dt="2024-05-23T22:49:05.057" v="44" actId="34135"/>
          <pc:sldLayoutMkLst>
            <pc:docMk/>
            <pc:sldMasterMk cId="0" sldId="2147483648"/>
            <pc:sldLayoutMk cId="0" sldId="2147483951"/>
          </pc:sldLayoutMkLst>
          <pc:spChg chg="mod">
            <ac:chgData name="Amann, Guillaume J" userId="5c8697d1-60e8-4cfe-afe6-e8ad16fdab20" providerId="ADAL" clId="{9B2708CE-18F7-434D-B4DB-BBE1F19B7789}" dt="2024-05-23T22:49:05.057" v="44" actId="34135"/>
            <ac:spMkLst>
              <pc:docMk/>
              <pc:sldMasterMk cId="0" sldId="2147483648"/>
              <pc:sldLayoutMk cId="0" sldId="2147483951"/>
              <ac:spMk id="5" creationId="{6167ACF6-2B2F-5A82-1288-E5C5FB2C33C7}"/>
            </ac:spMkLst>
          </pc:spChg>
        </pc:sldLayoutChg>
        <pc:sldLayoutChg chg="addSp delSp modSp mod">
          <pc:chgData name="Amann, Guillaume J" userId="5c8697d1-60e8-4cfe-afe6-e8ad16fdab20" providerId="ADAL" clId="{9B2708CE-18F7-434D-B4DB-BBE1F19B7789}" dt="2024-05-23T23:18:50.224" v="69" actId="255"/>
          <pc:sldLayoutMkLst>
            <pc:docMk/>
            <pc:sldMasterMk cId="0" sldId="2147483648"/>
            <pc:sldLayoutMk cId="0" sldId="2147483952"/>
          </pc:sldLayoutMkLst>
          <pc:spChg chg="del mod">
            <ac:chgData name="Amann, Guillaume J" userId="5c8697d1-60e8-4cfe-afe6-e8ad16fdab20" providerId="ADAL" clId="{9B2708CE-18F7-434D-B4DB-BBE1F19B7789}" dt="2024-05-23T22:42:29.437" v="28" actId="478"/>
            <ac:spMkLst>
              <pc:docMk/>
              <pc:sldMasterMk cId="0" sldId="2147483648"/>
              <pc:sldLayoutMk cId="0" sldId="2147483952"/>
              <ac:spMk id="2" creationId="{7A1139F2-721D-B3A2-8792-BB5C53B881D8}"/>
            </ac:spMkLst>
          </pc:spChg>
          <pc:spChg chg="add mod">
            <ac:chgData name="Amann, Guillaume J" userId="5c8697d1-60e8-4cfe-afe6-e8ad16fdab20" providerId="ADAL" clId="{9B2708CE-18F7-434D-B4DB-BBE1F19B7789}" dt="2024-05-23T22:42:43.083" v="30" actId="34135"/>
            <ac:spMkLst>
              <pc:docMk/>
              <pc:sldMasterMk cId="0" sldId="2147483648"/>
              <pc:sldLayoutMk cId="0" sldId="2147483952"/>
              <ac:spMk id="4" creationId="{253D594E-14FE-ADFC-BD49-CA700C6861D3}"/>
            </ac:spMkLst>
          </pc:spChg>
          <pc:spChg chg="mod">
            <ac:chgData name="Amann, Guillaume J" userId="5c8697d1-60e8-4cfe-afe6-e8ad16fdab20" providerId="ADAL" clId="{9B2708CE-18F7-434D-B4DB-BBE1F19B7789}" dt="2024-05-23T23:18:50.224" v="69" actId="255"/>
            <ac:spMkLst>
              <pc:docMk/>
              <pc:sldMasterMk cId="0" sldId="2147483648"/>
              <pc:sldLayoutMk cId="0" sldId="2147483952"/>
              <ac:spMk id="5" creationId="{00000000-0000-0000-0000-000000000000}"/>
            </ac:spMkLst>
          </pc:spChg>
        </pc:sldLayoutChg>
        <pc:sldLayoutChg chg="addSp delSp modSp new mod">
          <pc:chgData name="Amann, Guillaume J" userId="5c8697d1-60e8-4cfe-afe6-e8ad16fdab20" providerId="ADAL" clId="{9B2708CE-18F7-434D-B4DB-BBE1F19B7789}" dt="2024-05-23T23:46:25.373" v="578"/>
          <pc:sldLayoutMkLst>
            <pc:docMk/>
            <pc:sldMasterMk cId="0" sldId="2147483648"/>
            <pc:sldLayoutMk cId="3774409052" sldId="2147483954"/>
          </pc:sldLayoutMkLst>
          <pc:spChg chg="del">
            <ac:chgData name="Amann, Guillaume J" userId="5c8697d1-60e8-4cfe-afe6-e8ad16fdab20" providerId="ADAL" clId="{9B2708CE-18F7-434D-B4DB-BBE1F19B7789}" dt="2024-05-23T23:46:13.420" v="577" actId="478"/>
            <ac:spMkLst>
              <pc:docMk/>
              <pc:sldMasterMk cId="0" sldId="2147483648"/>
              <pc:sldLayoutMk cId="3774409052" sldId="2147483954"/>
              <ac:spMk id="3" creationId="{89A46DDF-E0B9-AB43-D22E-ACB2CE14EE3C}"/>
            </ac:spMkLst>
          </pc:spChg>
          <pc:spChg chg="add mod">
            <ac:chgData name="Amann, Guillaume J" userId="5c8697d1-60e8-4cfe-afe6-e8ad16fdab20" providerId="ADAL" clId="{9B2708CE-18F7-434D-B4DB-BBE1F19B7789}" dt="2024-05-23T23:46:09.664" v="576"/>
            <ac:spMkLst>
              <pc:docMk/>
              <pc:sldMasterMk cId="0" sldId="2147483648"/>
              <pc:sldLayoutMk cId="3774409052" sldId="2147483954"/>
              <ac:spMk id="5" creationId="{89B35AAF-C520-7E5D-5966-F9961968FC0E}"/>
            </ac:spMkLst>
          </pc:spChg>
          <pc:cxnChg chg="add mod">
            <ac:chgData name="Amann, Guillaume J" userId="5c8697d1-60e8-4cfe-afe6-e8ad16fdab20" providerId="ADAL" clId="{9B2708CE-18F7-434D-B4DB-BBE1F19B7789}" dt="2024-05-23T23:46:25.373" v="578"/>
            <ac:cxnSpMkLst>
              <pc:docMk/>
              <pc:sldMasterMk cId="0" sldId="2147483648"/>
              <pc:sldLayoutMk cId="3774409052" sldId="2147483954"/>
              <ac:cxnSpMk id="6" creationId="{D9230A8E-447B-4A0B-60F1-FF1FA8CB7F60}"/>
            </ac:cxnSpMkLst>
          </pc:cxnChg>
        </pc:sldLayoutChg>
      </pc:sldMasterChg>
      <pc:sldMasterChg chg="new del mod addSldLayout delSldLayout">
        <pc:chgData name="Amann, Guillaume J" userId="5c8697d1-60e8-4cfe-afe6-e8ad16fdab20" providerId="ADAL" clId="{9B2708CE-18F7-434D-B4DB-BBE1F19B7789}" dt="2024-05-23T23:46:04.350" v="574" actId="6938"/>
        <pc:sldMasterMkLst>
          <pc:docMk/>
          <pc:sldMasterMk cId="1283326314" sldId="2147483954"/>
        </pc:sldMasterMkLst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884792910" sldId="2147483955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562932361" sldId="2147483956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3089447309" sldId="2147483957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3290758145" sldId="2147483958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1296824843" sldId="2147483959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928693267" sldId="2147483960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358923537" sldId="2147483961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4168219559" sldId="2147483962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3895546360" sldId="2147483963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928190682" sldId="2147483964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4079338919" sldId="2147483965"/>
          </pc:sldLayoutMkLst>
        </pc:sldLayoutChg>
      </pc:sldMasterChg>
    </pc:docChg>
  </pc:docChgLst>
  <pc:docChgLst>
    <pc:chgData name="Stuart, Sebastian W" userId="c302d82e-2c57-4b16-b4dc-13e5bef371bd" providerId="ADAL" clId="{82B63CB0-8B0D-4066-AAB0-441538802332}"/>
    <pc:docChg chg="undo custSel addSld delSld modSld sldOrd addMainMaster delMainMaster modMainMaster">
      <pc:chgData name="Stuart, Sebastian W" userId="c302d82e-2c57-4b16-b4dc-13e5bef371bd" providerId="ADAL" clId="{82B63CB0-8B0D-4066-AAB0-441538802332}" dt="2024-05-24T00:19:45.778" v="148" actId="47"/>
      <pc:docMkLst>
        <pc:docMk/>
      </pc:docMkLst>
      <pc:sldChg chg="modSp mod">
        <pc:chgData name="Stuart, Sebastian W" userId="c302d82e-2c57-4b16-b4dc-13e5bef371bd" providerId="ADAL" clId="{82B63CB0-8B0D-4066-AAB0-441538802332}" dt="2024-05-23T23:17:07.574" v="52" actId="404"/>
        <pc:sldMkLst>
          <pc:docMk/>
          <pc:sldMk cId="572534859" sldId="302"/>
        </pc:sldMkLst>
        <pc:spChg chg="mod">
          <ac:chgData name="Stuart, Sebastian W" userId="c302d82e-2c57-4b16-b4dc-13e5bef371bd" providerId="ADAL" clId="{82B63CB0-8B0D-4066-AAB0-441538802332}" dt="2024-05-23T23:17:07.574" v="52" actId="404"/>
          <ac:spMkLst>
            <pc:docMk/>
            <pc:sldMk cId="572534859" sldId="302"/>
            <ac:spMk id="13314" creationId="{00000000-0000-0000-0000-000000000000}"/>
          </ac:spMkLst>
        </pc:spChg>
      </pc:sldChg>
      <pc:sldChg chg="modSp mod">
        <pc:chgData name="Stuart, Sebastian W" userId="c302d82e-2c57-4b16-b4dc-13e5bef371bd" providerId="ADAL" clId="{82B63CB0-8B0D-4066-AAB0-441538802332}" dt="2024-05-23T23:17:00.173" v="51" actId="404"/>
        <pc:sldMkLst>
          <pc:docMk/>
          <pc:sldMk cId="567083183" sldId="349"/>
        </pc:sldMkLst>
        <pc:spChg chg="mod">
          <ac:chgData name="Stuart, Sebastian W" userId="c302d82e-2c57-4b16-b4dc-13e5bef371bd" providerId="ADAL" clId="{82B63CB0-8B0D-4066-AAB0-441538802332}" dt="2024-05-23T23:17:00.173" v="51" actId="404"/>
          <ac:spMkLst>
            <pc:docMk/>
            <pc:sldMk cId="567083183" sldId="349"/>
            <ac:spMk id="13314" creationId="{00000000-0000-0000-0000-000000000000}"/>
          </ac:spMkLst>
        </pc:spChg>
      </pc:sldChg>
      <pc:sldChg chg="modSp mod">
        <pc:chgData name="Stuart, Sebastian W" userId="c302d82e-2c57-4b16-b4dc-13e5bef371bd" providerId="ADAL" clId="{82B63CB0-8B0D-4066-AAB0-441538802332}" dt="2024-05-23T23:17:50.564" v="54" actId="2711"/>
        <pc:sldMkLst>
          <pc:docMk/>
          <pc:sldMk cId="2914474052" sldId="367"/>
        </pc:sldMkLst>
        <pc:spChg chg="mod">
          <ac:chgData name="Stuart, Sebastian W" userId="c302d82e-2c57-4b16-b4dc-13e5bef371bd" providerId="ADAL" clId="{82B63CB0-8B0D-4066-AAB0-441538802332}" dt="2024-05-23T23:17:50.564" v="54" actId="2711"/>
          <ac:spMkLst>
            <pc:docMk/>
            <pc:sldMk cId="2914474052" sldId="367"/>
            <ac:spMk id="13314" creationId="{00000000-0000-0000-0000-000000000000}"/>
          </ac:spMkLst>
        </pc:spChg>
      </pc:sldChg>
      <pc:sldChg chg="modSp mod">
        <pc:chgData name="Stuart, Sebastian W" userId="c302d82e-2c57-4b16-b4dc-13e5bef371bd" providerId="ADAL" clId="{82B63CB0-8B0D-4066-AAB0-441538802332}" dt="2024-05-23T23:39:56.953" v="145" actId="113"/>
        <pc:sldMkLst>
          <pc:docMk/>
          <pc:sldMk cId="3153524923" sldId="401"/>
        </pc:sldMkLst>
        <pc:spChg chg="mod">
          <ac:chgData name="Stuart, Sebastian W" userId="c302d82e-2c57-4b16-b4dc-13e5bef371bd" providerId="ADAL" clId="{82B63CB0-8B0D-4066-AAB0-441538802332}" dt="2024-05-23T23:18:43.987" v="60" actId="1076"/>
          <ac:spMkLst>
            <pc:docMk/>
            <pc:sldMk cId="3153524923" sldId="401"/>
            <ac:spMk id="2" creationId="{AAFA942A-44EE-15D3-4C5A-8FD371209C09}"/>
          </ac:spMkLst>
        </pc:spChg>
        <pc:spChg chg="mod">
          <ac:chgData name="Stuart, Sebastian W" userId="c302d82e-2c57-4b16-b4dc-13e5bef371bd" providerId="ADAL" clId="{82B63CB0-8B0D-4066-AAB0-441538802332}" dt="2024-05-23T23:18:25.598" v="57" actId="113"/>
          <ac:spMkLst>
            <pc:docMk/>
            <pc:sldMk cId="3153524923" sldId="401"/>
            <ac:spMk id="4" creationId="{D735AE92-35B1-C0D5-76AB-6A670B611CAD}"/>
          </ac:spMkLst>
        </pc:spChg>
        <pc:spChg chg="mod">
          <ac:chgData name="Stuart, Sebastian W" userId="c302d82e-2c57-4b16-b4dc-13e5bef371bd" providerId="ADAL" clId="{82B63CB0-8B0D-4066-AAB0-441538802332}" dt="2024-05-23T23:39:56.953" v="145" actId="113"/>
          <ac:spMkLst>
            <pc:docMk/>
            <pc:sldMk cId="3153524923" sldId="401"/>
            <ac:spMk id="6" creationId="{A595D64D-B4E0-0424-5DC7-71D7E0D122BD}"/>
          </ac:spMkLst>
        </pc:spChg>
      </pc:sldChg>
      <pc:sldChg chg="modSp new mod">
        <pc:chgData name="Stuart, Sebastian W" userId="c302d82e-2c57-4b16-b4dc-13e5bef371bd" providerId="ADAL" clId="{82B63CB0-8B0D-4066-AAB0-441538802332}" dt="2024-05-23T22:50:26.591" v="50" actId="20577"/>
        <pc:sldMkLst>
          <pc:docMk/>
          <pc:sldMk cId="884143671" sldId="402"/>
        </pc:sldMkLst>
        <pc:spChg chg="mod">
          <ac:chgData name="Stuart, Sebastian W" userId="c302d82e-2c57-4b16-b4dc-13e5bef371bd" providerId="ADAL" clId="{82B63CB0-8B0D-4066-AAB0-441538802332}" dt="2024-05-23T22:50:26.591" v="50" actId="20577"/>
          <ac:spMkLst>
            <pc:docMk/>
            <pc:sldMk cId="884143671" sldId="402"/>
            <ac:spMk id="4" creationId="{F5B14353-48C2-5E5C-4478-1E78795C15EE}"/>
          </ac:spMkLst>
        </pc:spChg>
      </pc:sldChg>
      <pc:sldChg chg="new del ord">
        <pc:chgData name="Stuart, Sebastian W" userId="c302d82e-2c57-4b16-b4dc-13e5bef371bd" providerId="ADAL" clId="{82B63CB0-8B0D-4066-AAB0-441538802332}" dt="2024-05-23T23:20:53.520" v="105" actId="47"/>
        <pc:sldMkLst>
          <pc:docMk/>
          <pc:sldMk cId="2408919985" sldId="402"/>
        </pc:sldMkLst>
      </pc:sldChg>
      <pc:sldChg chg="new del">
        <pc:chgData name="Stuart, Sebastian W" userId="c302d82e-2c57-4b16-b4dc-13e5bef371bd" providerId="ADAL" clId="{82B63CB0-8B0D-4066-AAB0-441538802332}" dt="2024-05-24T00:19:45.778" v="148" actId="47"/>
        <pc:sldMkLst>
          <pc:docMk/>
          <pc:sldMk cId="428704361" sldId="403"/>
        </pc:sldMkLst>
      </pc:sldChg>
      <pc:sldChg chg="new del">
        <pc:chgData name="Stuart, Sebastian W" userId="c302d82e-2c57-4b16-b4dc-13e5bef371bd" providerId="ADAL" clId="{82B63CB0-8B0D-4066-AAB0-441538802332}" dt="2024-05-23T23:20:54.616" v="106" actId="47"/>
        <pc:sldMkLst>
          <pc:docMk/>
          <pc:sldMk cId="4119070722" sldId="403"/>
        </pc:sldMkLst>
      </pc:sldChg>
      <pc:sldMasterChg chg="addSp delSp modSp mod addSldLayout modSldLayout sldLayoutOrd">
        <pc:chgData name="Stuart, Sebastian W" userId="c302d82e-2c57-4b16-b4dc-13e5bef371bd" providerId="ADAL" clId="{82B63CB0-8B0D-4066-AAB0-441538802332}" dt="2024-05-24T00:19:22.935" v="146" actId="1076"/>
        <pc:sldMasterMkLst>
          <pc:docMk/>
          <pc:sldMasterMk cId="0" sldId="2147483648"/>
        </pc:sldMasterMkLst>
        <pc:spChg chg="add mod">
          <ac:chgData name="Stuart, Sebastian W" userId="c302d82e-2c57-4b16-b4dc-13e5bef371bd" providerId="ADAL" clId="{82B63CB0-8B0D-4066-AAB0-441538802332}" dt="2024-05-23T23:21:52.490" v="122"/>
          <ac:spMkLst>
            <pc:docMk/>
            <pc:sldMasterMk cId="0" sldId="2147483648"/>
            <ac:spMk id="4" creationId="{4853580E-17DA-3834-62AA-B4938277A46E}"/>
          </ac:spMkLst>
        </pc:spChg>
        <pc:spChg chg="mod">
          <ac:chgData name="Stuart, Sebastian W" userId="c302d82e-2c57-4b16-b4dc-13e5bef371bd" providerId="ADAL" clId="{82B63CB0-8B0D-4066-AAB0-441538802332}" dt="2024-05-23T23:19:22.948" v="98" actId="20577"/>
          <ac:spMkLst>
            <pc:docMk/>
            <pc:sldMasterMk cId="0" sldId="2147483648"/>
            <ac:spMk id="8" creationId="{00000000-0000-0000-0000-000000000000}"/>
          </ac:spMkLst>
        </pc:spChg>
        <pc:spChg chg="mod">
          <ac:chgData name="Stuart, Sebastian W" userId="c302d82e-2c57-4b16-b4dc-13e5bef371bd" providerId="ADAL" clId="{82B63CB0-8B0D-4066-AAB0-441538802332}" dt="2024-05-23T23:20:30.472" v="100" actId="20577"/>
          <ac:spMkLst>
            <pc:docMk/>
            <pc:sldMasterMk cId="0" sldId="2147483648"/>
            <ac:spMk id="6146" creationId="{00000000-0000-0000-0000-000000000000}"/>
          </ac:spMkLst>
        </pc:spChg>
        <pc:picChg chg="mod">
          <ac:chgData name="Stuart, Sebastian W" userId="c302d82e-2c57-4b16-b4dc-13e5bef371bd" providerId="ADAL" clId="{82B63CB0-8B0D-4066-AAB0-441538802332}" dt="2024-05-23T22:38:59.847" v="35" actId="1076"/>
          <ac:picMkLst>
            <pc:docMk/>
            <pc:sldMasterMk cId="0" sldId="2147483648"/>
            <ac:picMk id="2" creationId="{8388A8DC-D593-AC7C-50C8-17CF8157046D}"/>
          </ac:picMkLst>
        </pc:picChg>
        <pc:picChg chg="del">
          <ac:chgData name="Stuart, Sebastian W" userId="c302d82e-2c57-4b16-b4dc-13e5bef371bd" providerId="ADAL" clId="{82B63CB0-8B0D-4066-AAB0-441538802332}" dt="2024-05-23T22:36:24.156" v="1" actId="478"/>
          <ac:picMkLst>
            <pc:docMk/>
            <pc:sldMasterMk cId="0" sldId="2147483648"/>
            <ac:picMk id="11" creationId="{36C71174-36FA-2C9A-3CBC-4BA2CDDD0EBB}"/>
          </ac:picMkLst>
        </pc:picChg>
        <pc:picChg chg="del">
          <ac:chgData name="Stuart, Sebastian W" userId="c302d82e-2c57-4b16-b4dc-13e5bef371bd" providerId="ADAL" clId="{82B63CB0-8B0D-4066-AAB0-441538802332}" dt="2024-05-23T22:36:01.259" v="0" actId="478"/>
          <ac:picMkLst>
            <pc:docMk/>
            <pc:sldMasterMk cId="0" sldId="2147483648"/>
            <ac:picMk id="17" creationId="{3917E272-3BEB-65CB-720E-AEC986AA58FD}"/>
          </ac:picMkLst>
        </pc:picChg>
        <pc:sldLayoutChg chg="addSp modSp mod">
          <pc:chgData name="Stuart, Sebastian W" userId="c302d82e-2c57-4b16-b4dc-13e5bef371bd" providerId="ADAL" clId="{82B63CB0-8B0D-4066-AAB0-441538802332}" dt="2024-05-23T22:38:14.379" v="32" actId="1036"/>
          <pc:sldLayoutMkLst>
            <pc:docMk/>
            <pc:sldMasterMk cId="0" sldId="2147483648"/>
            <pc:sldLayoutMk cId="0" sldId="2147483951"/>
          </pc:sldLayoutMkLst>
          <pc:spChg chg="add mod">
            <ac:chgData name="Stuart, Sebastian W" userId="c302d82e-2c57-4b16-b4dc-13e5bef371bd" providerId="ADAL" clId="{82B63CB0-8B0D-4066-AAB0-441538802332}" dt="2024-05-23T22:38:14.379" v="32" actId="1036"/>
            <ac:spMkLst>
              <pc:docMk/>
              <pc:sldMasterMk cId="0" sldId="2147483648"/>
              <pc:sldLayoutMk cId="0" sldId="2147483951"/>
              <ac:spMk id="5" creationId="{6167ACF6-2B2F-5A82-1288-E5C5FB2C33C7}"/>
            </ac:spMkLst>
          </pc:spChg>
          <pc:cxnChg chg="mod">
            <ac:chgData name="Stuart, Sebastian W" userId="c302d82e-2c57-4b16-b4dc-13e5bef371bd" providerId="ADAL" clId="{82B63CB0-8B0D-4066-AAB0-441538802332}" dt="2024-05-23T22:37:22.033" v="3" actId="14100"/>
            <ac:cxnSpMkLst>
              <pc:docMk/>
              <pc:sldMasterMk cId="0" sldId="2147483648"/>
              <pc:sldLayoutMk cId="0" sldId="2147483951"/>
              <ac:cxnSpMk id="12" creationId="{00000000-0000-0000-0000-000000000000}"/>
            </ac:cxnSpMkLst>
          </pc:cxnChg>
        </pc:sldLayoutChg>
        <pc:sldLayoutChg chg="addSp modSp mod">
          <pc:chgData name="Stuart, Sebastian W" userId="c302d82e-2c57-4b16-b4dc-13e5bef371bd" providerId="ADAL" clId="{82B63CB0-8B0D-4066-AAB0-441538802332}" dt="2024-05-24T00:19:22.935" v="146" actId="1076"/>
          <pc:sldLayoutMkLst>
            <pc:docMk/>
            <pc:sldMasterMk cId="0" sldId="2147483648"/>
            <pc:sldLayoutMk cId="0" sldId="2147483952"/>
          </pc:sldLayoutMkLst>
          <pc:spChg chg="add mod">
            <ac:chgData name="Stuart, Sebastian W" userId="c302d82e-2c57-4b16-b4dc-13e5bef371bd" providerId="ADAL" clId="{82B63CB0-8B0D-4066-AAB0-441538802332}" dt="2024-05-23T22:38:37.744" v="33"/>
            <ac:spMkLst>
              <pc:docMk/>
              <pc:sldMasterMk cId="0" sldId="2147483648"/>
              <pc:sldLayoutMk cId="0" sldId="2147483952"/>
              <ac:spMk id="2" creationId="{7A1139F2-721D-B3A2-8792-BB5C53B881D8}"/>
            </ac:spMkLst>
          </pc:spChg>
          <pc:spChg chg="mod">
            <ac:chgData name="Stuart, Sebastian W" userId="c302d82e-2c57-4b16-b4dc-13e5bef371bd" providerId="ADAL" clId="{82B63CB0-8B0D-4066-AAB0-441538802332}" dt="2024-05-24T00:19:22.935" v="146" actId="1076"/>
            <ac:spMkLst>
              <pc:docMk/>
              <pc:sldMasterMk cId="0" sldId="2147483648"/>
              <pc:sldLayoutMk cId="0" sldId="2147483952"/>
              <ac:spMk id="3" creationId="{00000000-0000-0000-0000-000000000000}"/>
            </ac:spMkLst>
          </pc:spChg>
          <pc:spChg chg="mod">
            <ac:chgData name="Stuart, Sebastian W" userId="c302d82e-2c57-4b16-b4dc-13e5bef371bd" providerId="ADAL" clId="{82B63CB0-8B0D-4066-AAB0-441538802332}" dt="2024-05-23T22:45:07.960" v="36" actId="1076"/>
            <ac:spMkLst>
              <pc:docMk/>
              <pc:sldMasterMk cId="0" sldId="2147483648"/>
              <pc:sldLayoutMk cId="0" sldId="2147483952"/>
              <ac:spMk id="5" creationId="{00000000-0000-0000-0000-000000000000}"/>
            </ac:spMkLst>
          </pc:spChg>
        </pc:sldLayoutChg>
        <pc:sldLayoutChg chg="delSp modSp new mod ord">
          <pc:chgData name="Stuart, Sebastian W" userId="c302d82e-2c57-4b16-b4dc-13e5bef371bd" providerId="ADAL" clId="{82B63CB0-8B0D-4066-AAB0-441538802332}" dt="2024-05-23T23:23:50.319" v="128" actId="478"/>
          <pc:sldLayoutMkLst>
            <pc:docMk/>
            <pc:sldMasterMk cId="0" sldId="2147483648"/>
            <pc:sldLayoutMk cId="144724589" sldId="2147483953"/>
          </pc:sldLayoutMkLst>
          <pc:spChg chg="del">
            <ac:chgData name="Stuart, Sebastian W" userId="c302d82e-2c57-4b16-b4dc-13e5bef371bd" providerId="ADAL" clId="{82B63CB0-8B0D-4066-AAB0-441538802332}" dt="2024-05-23T23:21:13.483" v="121" actId="478"/>
            <ac:spMkLst>
              <pc:docMk/>
              <pc:sldMasterMk cId="0" sldId="2147483648"/>
              <pc:sldLayoutMk cId="144724589" sldId="2147483953"/>
              <ac:spMk id="2" creationId="{36C93284-EB9B-EBE1-1340-82D63A602ADF}"/>
            </ac:spMkLst>
          </pc:spChg>
          <pc:spChg chg="del mod">
            <ac:chgData name="Stuart, Sebastian W" userId="c302d82e-2c57-4b16-b4dc-13e5bef371bd" providerId="ADAL" clId="{82B63CB0-8B0D-4066-AAB0-441538802332}" dt="2024-05-23T23:23:46.357" v="127" actId="478"/>
            <ac:spMkLst>
              <pc:docMk/>
              <pc:sldMasterMk cId="0" sldId="2147483648"/>
              <pc:sldLayoutMk cId="144724589" sldId="2147483953"/>
              <ac:spMk id="3" creationId="{9C066312-08E3-F97B-15E4-7303C51552CF}"/>
            </ac:spMkLst>
          </pc:spChg>
          <pc:spChg chg="del">
            <ac:chgData name="Stuart, Sebastian W" userId="c302d82e-2c57-4b16-b4dc-13e5bef371bd" providerId="ADAL" clId="{82B63CB0-8B0D-4066-AAB0-441538802332}" dt="2024-05-23T23:23:50.319" v="128" actId="478"/>
            <ac:spMkLst>
              <pc:docMk/>
              <pc:sldMasterMk cId="0" sldId="2147483648"/>
              <pc:sldLayoutMk cId="144724589" sldId="2147483953"/>
              <ac:spMk id="4" creationId="{B40E1AC8-C6AA-05A5-7E3E-D2C351108A2D}"/>
            </ac:spMkLst>
          </pc:spChg>
        </pc:sldLayoutChg>
      </pc:sldMasterChg>
      <pc:sldMasterChg chg="new del mod addSldLayout delSldLayout">
        <pc:chgData name="Stuart, Sebastian W" userId="c302d82e-2c57-4b16-b4dc-13e5bef371bd" providerId="ADAL" clId="{82B63CB0-8B0D-4066-AAB0-441538802332}" dt="2024-05-23T23:21:05.112" v="119" actId="2696"/>
        <pc:sldMasterMkLst>
          <pc:docMk/>
          <pc:sldMasterMk cId="3192312169" sldId="2147483953"/>
        </pc:sldMasterMkLst>
        <pc:sldLayoutChg chg="new del replId">
          <pc:chgData name="Stuart, Sebastian W" userId="c302d82e-2c57-4b16-b4dc-13e5bef371bd" providerId="ADAL" clId="{82B63CB0-8B0D-4066-AAB0-441538802332}" dt="2024-05-23T23:21:04.985" v="108" actId="2696"/>
          <pc:sldLayoutMkLst>
            <pc:docMk/>
            <pc:sldMasterMk cId="3192312169" sldId="2147483953"/>
            <pc:sldLayoutMk cId="2897968862" sldId="2147483954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" v="109" actId="2696"/>
          <pc:sldLayoutMkLst>
            <pc:docMk/>
            <pc:sldMasterMk cId="3192312169" sldId="2147483953"/>
            <pc:sldLayoutMk cId="2207439911" sldId="2147483955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12" v="110" actId="2696"/>
          <pc:sldLayoutMkLst>
            <pc:docMk/>
            <pc:sldMasterMk cId="3192312169" sldId="2147483953"/>
            <pc:sldLayoutMk cId="2958456076" sldId="2147483956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29" v="111" actId="2696"/>
          <pc:sldLayoutMkLst>
            <pc:docMk/>
            <pc:sldMasterMk cId="3192312169" sldId="2147483953"/>
            <pc:sldLayoutMk cId="2676565260" sldId="2147483957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45" v="112" actId="2696"/>
          <pc:sldLayoutMkLst>
            <pc:docMk/>
            <pc:sldMasterMk cId="3192312169" sldId="2147483953"/>
            <pc:sldLayoutMk cId="1220955943" sldId="2147483958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57" v="113" actId="2696"/>
          <pc:sldLayoutMkLst>
            <pc:docMk/>
            <pc:sldMasterMk cId="3192312169" sldId="2147483953"/>
            <pc:sldLayoutMk cId="2984860632" sldId="2147483959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68" v="114" actId="2696"/>
          <pc:sldLayoutMkLst>
            <pc:docMk/>
            <pc:sldMasterMk cId="3192312169" sldId="2147483953"/>
            <pc:sldLayoutMk cId="2970498400" sldId="2147483960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80" v="115" actId="2696"/>
          <pc:sldLayoutMkLst>
            <pc:docMk/>
            <pc:sldMasterMk cId="3192312169" sldId="2147483953"/>
            <pc:sldLayoutMk cId="2471284864" sldId="2147483961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91" v="116" actId="2696"/>
          <pc:sldLayoutMkLst>
            <pc:docMk/>
            <pc:sldMasterMk cId="3192312169" sldId="2147483953"/>
            <pc:sldLayoutMk cId="195994861" sldId="2147483962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99" v="117" actId="2696"/>
          <pc:sldLayoutMkLst>
            <pc:docMk/>
            <pc:sldMasterMk cId="3192312169" sldId="2147483953"/>
            <pc:sldLayoutMk cId="3889407441" sldId="2147483963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107" v="118" actId="2696"/>
          <pc:sldLayoutMkLst>
            <pc:docMk/>
            <pc:sldMasterMk cId="3192312169" sldId="2147483953"/>
            <pc:sldLayoutMk cId="3444039227" sldId="2147483964"/>
          </pc:sldLayoutMkLst>
        </pc:sldLayoutChg>
      </pc:sldMasterChg>
    </pc:docChg>
  </pc:docChgLst>
  <pc:docChgLst>
    <pc:chgData name="Stuart, Sebastian W" userId="c302d82e-2c57-4b16-b4dc-13e5bef371bd" providerId="ADAL" clId="{A61552BF-1902-41AE-A2C2-084C3577CDB6}"/>
    <pc:docChg chg="undo redo custSel addSld delSld modSld sldOrd modMainMaster">
      <pc:chgData name="Stuart, Sebastian W" userId="c302d82e-2c57-4b16-b4dc-13e5bef371bd" providerId="ADAL" clId="{A61552BF-1902-41AE-A2C2-084C3577CDB6}" dt="2024-05-27T22:35:32.384" v="7522" actId="207"/>
      <pc:docMkLst>
        <pc:docMk/>
      </pc:docMkLst>
      <pc:sldChg chg="del ord">
        <pc:chgData name="Stuart, Sebastian W" userId="c302d82e-2c57-4b16-b4dc-13e5bef371bd" providerId="ADAL" clId="{A61552BF-1902-41AE-A2C2-084C3577CDB6}" dt="2024-05-27T18:09:24.559" v="21" actId="47"/>
        <pc:sldMkLst>
          <pc:docMk/>
          <pc:sldMk cId="0" sldId="257"/>
        </pc:sldMkLst>
      </pc:sldChg>
      <pc:sldChg chg="del">
        <pc:chgData name="Stuart, Sebastian W" userId="c302d82e-2c57-4b16-b4dc-13e5bef371bd" providerId="ADAL" clId="{A61552BF-1902-41AE-A2C2-084C3577CDB6}" dt="2024-05-27T18:07:45.430" v="11" actId="47"/>
        <pc:sldMkLst>
          <pc:docMk/>
          <pc:sldMk cId="2914474052" sldId="367"/>
        </pc:sldMkLst>
      </pc:sldChg>
      <pc:sldChg chg="del">
        <pc:chgData name="Stuart, Sebastian W" userId="c302d82e-2c57-4b16-b4dc-13e5bef371bd" providerId="ADAL" clId="{A61552BF-1902-41AE-A2C2-084C3577CDB6}" dt="2024-05-27T18:07:44.945" v="10" actId="47"/>
        <pc:sldMkLst>
          <pc:docMk/>
          <pc:sldMk cId="2400921252" sldId="371"/>
        </pc:sldMkLst>
      </pc:sldChg>
      <pc:sldChg chg="del">
        <pc:chgData name="Stuart, Sebastian W" userId="c302d82e-2c57-4b16-b4dc-13e5bef371bd" providerId="ADAL" clId="{A61552BF-1902-41AE-A2C2-084C3577CDB6}" dt="2024-05-27T18:07:44.594" v="9" actId="47"/>
        <pc:sldMkLst>
          <pc:docMk/>
          <pc:sldMk cId="2140672075" sldId="377"/>
        </pc:sldMkLst>
      </pc:sldChg>
      <pc:sldChg chg="del">
        <pc:chgData name="Stuart, Sebastian W" userId="c302d82e-2c57-4b16-b4dc-13e5bef371bd" providerId="ADAL" clId="{A61552BF-1902-41AE-A2C2-084C3577CDB6}" dt="2024-05-27T18:07:44.093" v="8" actId="47"/>
        <pc:sldMkLst>
          <pc:docMk/>
          <pc:sldMk cId="1175315177" sldId="380"/>
        </pc:sldMkLst>
      </pc:sldChg>
      <pc:sldChg chg="del">
        <pc:chgData name="Stuart, Sebastian W" userId="c302d82e-2c57-4b16-b4dc-13e5bef371bd" providerId="ADAL" clId="{A61552BF-1902-41AE-A2C2-084C3577CDB6}" dt="2024-05-27T18:07:43.663" v="7" actId="47"/>
        <pc:sldMkLst>
          <pc:docMk/>
          <pc:sldMk cId="974063120" sldId="385"/>
        </pc:sldMkLst>
      </pc:sldChg>
      <pc:sldChg chg="del">
        <pc:chgData name="Stuart, Sebastian W" userId="c302d82e-2c57-4b16-b4dc-13e5bef371bd" providerId="ADAL" clId="{A61552BF-1902-41AE-A2C2-084C3577CDB6}" dt="2024-05-27T18:07:43.277" v="6" actId="47"/>
        <pc:sldMkLst>
          <pc:docMk/>
          <pc:sldMk cId="4131890486" sldId="387"/>
        </pc:sldMkLst>
      </pc:sldChg>
      <pc:sldChg chg="del">
        <pc:chgData name="Stuart, Sebastian W" userId="c302d82e-2c57-4b16-b4dc-13e5bef371bd" providerId="ADAL" clId="{A61552BF-1902-41AE-A2C2-084C3577CDB6}" dt="2024-05-27T18:07:42.642" v="5" actId="47"/>
        <pc:sldMkLst>
          <pc:docMk/>
          <pc:sldMk cId="1347400679" sldId="391"/>
        </pc:sldMkLst>
      </pc:sldChg>
      <pc:sldChg chg="del">
        <pc:chgData name="Stuart, Sebastian W" userId="c302d82e-2c57-4b16-b4dc-13e5bef371bd" providerId="ADAL" clId="{A61552BF-1902-41AE-A2C2-084C3577CDB6}" dt="2024-05-27T18:07:42.415" v="4" actId="47"/>
        <pc:sldMkLst>
          <pc:docMk/>
          <pc:sldMk cId="445900591" sldId="393"/>
        </pc:sldMkLst>
      </pc:sldChg>
      <pc:sldChg chg="del">
        <pc:chgData name="Stuart, Sebastian W" userId="c302d82e-2c57-4b16-b4dc-13e5bef371bd" providerId="ADAL" clId="{A61552BF-1902-41AE-A2C2-084C3577CDB6}" dt="2024-05-27T18:07:42.222" v="3" actId="47"/>
        <pc:sldMkLst>
          <pc:docMk/>
          <pc:sldMk cId="664696879" sldId="395"/>
        </pc:sldMkLst>
      </pc:sldChg>
      <pc:sldChg chg="del">
        <pc:chgData name="Stuart, Sebastian W" userId="c302d82e-2c57-4b16-b4dc-13e5bef371bd" providerId="ADAL" clId="{A61552BF-1902-41AE-A2C2-084C3577CDB6}" dt="2024-05-27T18:07:42.016" v="2" actId="47"/>
        <pc:sldMkLst>
          <pc:docMk/>
          <pc:sldMk cId="1433613122" sldId="396"/>
        </pc:sldMkLst>
      </pc:sldChg>
      <pc:sldChg chg="del">
        <pc:chgData name="Stuart, Sebastian W" userId="c302d82e-2c57-4b16-b4dc-13e5bef371bd" providerId="ADAL" clId="{A61552BF-1902-41AE-A2C2-084C3577CDB6}" dt="2024-05-27T18:07:41.739" v="1" actId="47"/>
        <pc:sldMkLst>
          <pc:docMk/>
          <pc:sldMk cId="4170947635" sldId="397"/>
        </pc:sldMkLst>
      </pc:sldChg>
      <pc:sldChg chg="del">
        <pc:chgData name="Stuart, Sebastian W" userId="c302d82e-2c57-4b16-b4dc-13e5bef371bd" providerId="ADAL" clId="{A61552BF-1902-41AE-A2C2-084C3577CDB6}" dt="2024-05-27T18:07:41.036" v="0" actId="47"/>
        <pc:sldMkLst>
          <pc:docMk/>
          <pc:sldMk cId="670099607" sldId="400"/>
        </pc:sldMkLst>
      </pc:sldChg>
      <pc:sldChg chg="modSp add del mod ord">
        <pc:chgData name="Stuart, Sebastian W" userId="c302d82e-2c57-4b16-b4dc-13e5bef371bd" providerId="ADAL" clId="{A61552BF-1902-41AE-A2C2-084C3577CDB6}" dt="2024-05-27T21:42:27.381" v="5695"/>
        <pc:sldMkLst>
          <pc:docMk/>
          <pc:sldMk cId="3153524923" sldId="401"/>
        </pc:sldMkLst>
        <pc:spChg chg="mod">
          <ac:chgData name="Stuart, Sebastian W" userId="c302d82e-2c57-4b16-b4dc-13e5bef371bd" providerId="ADAL" clId="{A61552BF-1902-41AE-A2C2-084C3577CDB6}" dt="2024-05-27T20:43:18.332" v="3633" actId="20577"/>
          <ac:spMkLst>
            <pc:docMk/>
            <pc:sldMk cId="3153524923" sldId="401"/>
            <ac:spMk id="3" creationId="{EA7A7D37-DBB2-A70F-1FF1-67CAFCE997CD}"/>
          </ac:spMkLst>
        </pc:spChg>
        <pc:spChg chg="mod">
          <ac:chgData name="Stuart, Sebastian W" userId="c302d82e-2c57-4b16-b4dc-13e5bef371bd" providerId="ADAL" clId="{A61552BF-1902-41AE-A2C2-084C3577CDB6}" dt="2024-05-27T21:18:32.115" v="4405" actId="20577"/>
          <ac:spMkLst>
            <pc:docMk/>
            <pc:sldMk cId="3153524923" sldId="401"/>
            <ac:spMk id="4" creationId="{D735AE92-35B1-C0D5-76AB-6A670B611CAD}"/>
          </ac:spMkLst>
        </pc:spChg>
        <pc:spChg chg="mod">
          <ac:chgData name="Stuart, Sebastian W" userId="c302d82e-2c57-4b16-b4dc-13e5bef371bd" providerId="ADAL" clId="{A61552BF-1902-41AE-A2C2-084C3577CDB6}" dt="2024-05-27T21:33:05.576" v="5652" actId="20577"/>
          <ac:spMkLst>
            <pc:docMk/>
            <pc:sldMk cId="3153524923" sldId="401"/>
            <ac:spMk id="6" creationId="{A595D64D-B4E0-0424-5DC7-71D7E0D122BD}"/>
          </ac:spMkLst>
        </pc:spChg>
      </pc:sldChg>
      <pc:sldChg chg="del">
        <pc:chgData name="Stuart, Sebastian W" userId="c302d82e-2c57-4b16-b4dc-13e5bef371bd" providerId="ADAL" clId="{A61552BF-1902-41AE-A2C2-084C3577CDB6}" dt="2024-05-27T18:07:45.880" v="12" actId="47"/>
        <pc:sldMkLst>
          <pc:docMk/>
          <pc:sldMk cId="1617109669" sldId="402"/>
        </pc:sldMkLst>
      </pc:sldChg>
      <pc:sldChg chg="modSp new del mod ord">
        <pc:chgData name="Stuart, Sebastian W" userId="c302d82e-2c57-4b16-b4dc-13e5bef371bd" providerId="ADAL" clId="{A61552BF-1902-41AE-A2C2-084C3577CDB6}" dt="2024-05-27T19:05:00.861" v="2655" actId="47"/>
        <pc:sldMkLst>
          <pc:docMk/>
          <pc:sldMk cId="2648167339" sldId="402"/>
        </pc:sldMkLst>
        <pc:spChg chg="mod">
          <ac:chgData name="Stuart, Sebastian W" userId="c302d82e-2c57-4b16-b4dc-13e5bef371bd" providerId="ADAL" clId="{A61552BF-1902-41AE-A2C2-084C3577CDB6}" dt="2024-05-27T18:26:02.486" v="453" actId="20577"/>
          <ac:spMkLst>
            <pc:docMk/>
            <pc:sldMk cId="2648167339" sldId="402"/>
            <ac:spMk id="2" creationId="{E6814F62-61D9-FD40-16E7-33C8352626DC}"/>
          </ac:spMkLst>
        </pc:spChg>
        <pc:spChg chg="mod">
          <ac:chgData name="Stuart, Sebastian W" userId="c302d82e-2c57-4b16-b4dc-13e5bef371bd" providerId="ADAL" clId="{A61552BF-1902-41AE-A2C2-084C3577CDB6}" dt="2024-05-27T18:21:28.749" v="281" actId="404"/>
          <ac:spMkLst>
            <pc:docMk/>
            <pc:sldMk cId="2648167339" sldId="402"/>
            <ac:spMk id="4" creationId="{23560B18-012B-A8A1-DE5C-91E5F919CEE4}"/>
          </ac:spMkLst>
        </pc:spChg>
      </pc:sldChg>
      <pc:sldChg chg="modSp new mod ord">
        <pc:chgData name="Stuart, Sebastian W" userId="c302d82e-2c57-4b16-b4dc-13e5bef371bd" providerId="ADAL" clId="{A61552BF-1902-41AE-A2C2-084C3577CDB6}" dt="2024-05-27T22:35:32.384" v="7522" actId="207"/>
        <pc:sldMkLst>
          <pc:docMk/>
          <pc:sldMk cId="2077210056" sldId="403"/>
        </pc:sldMkLst>
        <pc:spChg chg="mod">
          <ac:chgData name="Stuart, Sebastian W" userId="c302d82e-2c57-4b16-b4dc-13e5bef371bd" providerId="ADAL" clId="{A61552BF-1902-41AE-A2C2-084C3577CDB6}" dt="2024-05-27T22:35:21.337" v="7521" actId="20577"/>
          <ac:spMkLst>
            <pc:docMk/>
            <pc:sldMk cId="2077210056" sldId="403"/>
            <ac:spMk id="2" creationId="{2E0BD517-6AD3-170F-6223-2338680EBB92}"/>
          </ac:spMkLst>
        </pc:spChg>
        <pc:spChg chg="mod">
          <ac:chgData name="Stuart, Sebastian W" userId="c302d82e-2c57-4b16-b4dc-13e5bef371bd" providerId="ADAL" clId="{A61552BF-1902-41AE-A2C2-084C3577CDB6}" dt="2024-05-27T22:35:32.384" v="7522" actId="207"/>
          <ac:spMkLst>
            <pc:docMk/>
            <pc:sldMk cId="2077210056" sldId="403"/>
            <ac:spMk id="3" creationId="{0E999078-82A1-52A9-34F4-07E2D1282240}"/>
          </ac:spMkLst>
        </pc:spChg>
      </pc:sldChg>
      <pc:sldChg chg="modSp new del mod ord">
        <pc:chgData name="Stuart, Sebastian W" userId="c302d82e-2c57-4b16-b4dc-13e5bef371bd" providerId="ADAL" clId="{A61552BF-1902-41AE-A2C2-084C3577CDB6}" dt="2024-05-27T19:12:22.183" v="2866" actId="47"/>
        <pc:sldMkLst>
          <pc:docMk/>
          <pc:sldMk cId="3897060519" sldId="404"/>
        </pc:sldMkLst>
        <pc:spChg chg="mod">
          <ac:chgData name="Stuart, Sebastian W" userId="c302d82e-2c57-4b16-b4dc-13e5bef371bd" providerId="ADAL" clId="{A61552BF-1902-41AE-A2C2-084C3577CDB6}" dt="2024-05-27T18:54:01.886" v="2022" actId="20577"/>
          <ac:spMkLst>
            <pc:docMk/>
            <pc:sldMk cId="3897060519" sldId="404"/>
            <ac:spMk id="2" creationId="{247C568A-3F65-0CFC-1A53-D7423D13500A}"/>
          </ac:spMkLst>
        </pc:spChg>
        <pc:spChg chg="mod">
          <ac:chgData name="Stuart, Sebastian W" userId="c302d82e-2c57-4b16-b4dc-13e5bef371bd" providerId="ADAL" clId="{A61552BF-1902-41AE-A2C2-084C3577CDB6}" dt="2024-05-27T18:24:09.994" v="362" actId="20577"/>
          <ac:spMkLst>
            <pc:docMk/>
            <pc:sldMk cId="3897060519" sldId="404"/>
            <ac:spMk id="4" creationId="{7D7CBE70-2ED4-CFE7-29DD-F575CE9EA490}"/>
          </ac:spMkLst>
        </pc:spChg>
      </pc:sldChg>
      <pc:sldChg chg="modSp new del mod">
        <pc:chgData name="Stuart, Sebastian W" userId="c302d82e-2c57-4b16-b4dc-13e5bef371bd" providerId="ADAL" clId="{A61552BF-1902-41AE-A2C2-084C3577CDB6}" dt="2024-05-27T19:25:05.038" v="3550" actId="47"/>
        <pc:sldMkLst>
          <pc:docMk/>
          <pc:sldMk cId="120281941" sldId="405"/>
        </pc:sldMkLst>
        <pc:spChg chg="mod">
          <ac:chgData name="Stuart, Sebastian W" userId="c302d82e-2c57-4b16-b4dc-13e5bef371bd" providerId="ADAL" clId="{A61552BF-1902-41AE-A2C2-084C3577CDB6}" dt="2024-05-27T18:36:35.787" v="533" actId="20577"/>
          <ac:spMkLst>
            <pc:docMk/>
            <pc:sldMk cId="120281941" sldId="405"/>
            <ac:spMk id="4" creationId="{288ACFE2-B270-91D2-1AB1-20127C21DC47}"/>
          </ac:spMkLst>
        </pc:spChg>
      </pc:sldChg>
      <pc:sldChg chg="modSp add mod ord">
        <pc:chgData name="Stuart, Sebastian W" userId="c302d82e-2c57-4b16-b4dc-13e5bef371bd" providerId="ADAL" clId="{A61552BF-1902-41AE-A2C2-084C3577CDB6}" dt="2024-05-27T21:42:28.430" v="5697"/>
        <pc:sldMkLst>
          <pc:docMk/>
          <pc:sldMk cId="565120924" sldId="406"/>
        </pc:sldMkLst>
        <pc:spChg chg="mod">
          <ac:chgData name="Stuart, Sebastian W" userId="c302d82e-2c57-4b16-b4dc-13e5bef371bd" providerId="ADAL" clId="{A61552BF-1902-41AE-A2C2-084C3577CDB6}" dt="2024-05-27T19:11:09.616" v="2825" actId="20577"/>
          <ac:spMkLst>
            <pc:docMk/>
            <pc:sldMk cId="565120924" sldId="406"/>
            <ac:spMk id="4" creationId="{D735AE92-35B1-C0D5-76AB-6A670B611CAD}"/>
          </ac:spMkLst>
        </pc:spChg>
        <pc:spChg chg="mod">
          <ac:chgData name="Stuart, Sebastian W" userId="c302d82e-2c57-4b16-b4dc-13e5bef371bd" providerId="ADAL" clId="{A61552BF-1902-41AE-A2C2-084C3577CDB6}" dt="2024-05-27T21:04:14.833" v="3811" actId="20577"/>
          <ac:spMkLst>
            <pc:docMk/>
            <pc:sldMk cId="565120924" sldId="406"/>
            <ac:spMk id="6" creationId="{A595D64D-B4E0-0424-5DC7-71D7E0D122BD}"/>
          </ac:spMkLst>
        </pc:spChg>
      </pc:sldChg>
      <pc:sldChg chg="modSp add mod ord">
        <pc:chgData name="Stuart, Sebastian W" userId="c302d82e-2c57-4b16-b4dc-13e5bef371bd" providerId="ADAL" clId="{A61552BF-1902-41AE-A2C2-084C3577CDB6}" dt="2024-05-27T21:42:29.871" v="5699"/>
        <pc:sldMkLst>
          <pc:docMk/>
          <pc:sldMk cId="1818865107" sldId="407"/>
        </pc:sldMkLst>
        <pc:spChg chg="mod">
          <ac:chgData name="Stuart, Sebastian W" userId="c302d82e-2c57-4b16-b4dc-13e5bef371bd" providerId="ADAL" clId="{A61552BF-1902-41AE-A2C2-084C3577CDB6}" dt="2024-05-27T19:16:57.622" v="2928" actId="20577"/>
          <ac:spMkLst>
            <pc:docMk/>
            <pc:sldMk cId="1818865107" sldId="407"/>
            <ac:spMk id="4" creationId="{D735AE92-35B1-C0D5-76AB-6A670B611CAD}"/>
          </ac:spMkLst>
        </pc:spChg>
        <pc:spChg chg="mod">
          <ac:chgData name="Stuart, Sebastian W" userId="c302d82e-2c57-4b16-b4dc-13e5bef371bd" providerId="ADAL" clId="{A61552BF-1902-41AE-A2C2-084C3577CDB6}" dt="2024-05-27T21:02:18.825" v="3800" actId="20577"/>
          <ac:spMkLst>
            <pc:docMk/>
            <pc:sldMk cId="1818865107" sldId="407"/>
            <ac:spMk id="6" creationId="{A595D64D-B4E0-0424-5DC7-71D7E0D122BD}"/>
          </ac:spMkLst>
        </pc:spChg>
      </pc:sldChg>
      <pc:sldChg chg="modSp add mod ord">
        <pc:chgData name="Stuart, Sebastian W" userId="c302d82e-2c57-4b16-b4dc-13e5bef371bd" providerId="ADAL" clId="{A61552BF-1902-41AE-A2C2-084C3577CDB6}" dt="2024-05-27T22:28:32.314" v="7514" actId="20577"/>
        <pc:sldMkLst>
          <pc:docMk/>
          <pc:sldMk cId="3660141591" sldId="408"/>
        </pc:sldMkLst>
        <pc:spChg chg="mod">
          <ac:chgData name="Stuart, Sebastian W" userId="c302d82e-2c57-4b16-b4dc-13e5bef371bd" providerId="ADAL" clId="{A61552BF-1902-41AE-A2C2-084C3577CDB6}" dt="2024-05-27T19:25:11.429" v="3571" actId="20577"/>
          <ac:spMkLst>
            <pc:docMk/>
            <pc:sldMk cId="3660141591" sldId="408"/>
            <ac:spMk id="4" creationId="{D735AE92-35B1-C0D5-76AB-6A670B611CAD}"/>
          </ac:spMkLst>
        </pc:spChg>
        <pc:spChg chg="mod">
          <ac:chgData name="Stuart, Sebastian W" userId="c302d82e-2c57-4b16-b4dc-13e5bef371bd" providerId="ADAL" clId="{A61552BF-1902-41AE-A2C2-084C3577CDB6}" dt="2024-05-27T22:28:32.314" v="7514" actId="20577"/>
          <ac:spMkLst>
            <pc:docMk/>
            <pc:sldMk cId="3660141591" sldId="408"/>
            <ac:spMk id="6" creationId="{A595D64D-B4E0-0424-5DC7-71D7E0D122BD}"/>
          </ac:spMkLst>
        </pc:spChg>
      </pc:sldChg>
      <pc:sldMasterChg chg="delSp mod modSldLayout">
        <pc:chgData name="Stuart, Sebastian W" userId="c302d82e-2c57-4b16-b4dc-13e5bef371bd" providerId="ADAL" clId="{A61552BF-1902-41AE-A2C2-084C3577CDB6}" dt="2024-05-27T22:31:59.062" v="7515" actId="478"/>
        <pc:sldMasterMkLst>
          <pc:docMk/>
          <pc:sldMasterMk cId="0" sldId="2147483648"/>
        </pc:sldMasterMkLst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3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20:42:14.314" v="3629" actId="478"/>
          <ac:spMkLst>
            <pc:docMk/>
            <pc:sldMasterMk cId="0" sldId="2147483648"/>
            <ac:spMk id="6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8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9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12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13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14" creationId="{00000000-0000-0000-0000-000000000000}"/>
          </ac:spMkLst>
        </pc:spChg>
        <pc:spChg chg="del">
          <ac:chgData name="Stuart, Sebastian W" userId="c302d82e-2c57-4b16-b4dc-13e5bef371bd" providerId="ADAL" clId="{A61552BF-1902-41AE-A2C2-084C3577CDB6}" dt="2024-05-27T18:40:01.927" v="536" actId="478"/>
          <ac:spMkLst>
            <pc:docMk/>
            <pc:sldMasterMk cId="0" sldId="2147483648"/>
            <ac:spMk id="15" creationId="{00000000-0000-0000-0000-000000000000}"/>
          </ac:spMkLst>
        </pc:spChg>
        <pc:sldLayoutChg chg="delSp mod">
          <pc:chgData name="Stuart, Sebastian W" userId="c302d82e-2c57-4b16-b4dc-13e5bef371bd" providerId="ADAL" clId="{A61552BF-1902-41AE-A2C2-084C3577CDB6}" dt="2024-05-27T22:31:59.062" v="7515" actId="478"/>
          <pc:sldLayoutMkLst>
            <pc:docMk/>
            <pc:sldMasterMk cId="0" sldId="2147483648"/>
            <pc:sldLayoutMk cId="0" sldId="2147483951"/>
          </pc:sldLayoutMkLst>
          <pc:spChg chg="del">
            <ac:chgData name="Stuart, Sebastian W" userId="c302d82e-2c57-4b16-b4dc-13e5bef371bd" providerId="ADAL" clId="{A61552BF-1902-41AE-A2C2-084C3577CDB6}" dt="2024-05-27T22:31:59.062" v="7515" actId="478"/>
            <ac:spMkLst>
              <pc:docMk/>
              <pc:sldMasterMk cId="0" sldId="2147483648"/>
              <pc:sldLayoutMk cId="0" sldId="2147483951"/>
              <ac:spMk id="6" creationId="{3A2841F4-8EE8-BFF6-0C6E-BFCD84E55A14}"/>
            </ac:spMkLst>
          </pc:spChg>
          <pc:spChg chg="del">
            <ac:chgData name="Stuart, Sebastian W" userId="c302d82e-2c57-4b16-b4dc-13e5bef371bd" providerId="ADAL" clId="{A61552BF-1902-41AE-A2C2-084C3577CDB6}" dt="2024-05-27T20:42:33.165" v="3630" actId="478"/>
            <ac:spMkLst>
              <pc:docMk/>
              <pc:sldMasterMk cId="0" sldId="2147483648"/>
              <pc:sldLayoutMk cId="0" sldId="2147483951"/>
              <ac:spMk id="9" creationId="{00000000-0000-0000-0000-000000000000}"/>
            </ac:spMkLst>
          </pc:spChg>
        </pc:sldLayoutChg>
        <pc:sldLayoutChg chg="delSp mod">
          <pc:chgData name="Stuart, Sebastian W" userId="c302d82e-2c57-4b16-b4dc-13e5bef371bd" providerId="ADAL" clId="{A61552BF-1902-41AE-A2C2-084C3577CDB6}" dt="2024-05-27T20:42:38.134" v="3631" actId="478"/>
          <pc:sldLayoutMkLst>
            <pc:docMk/>
            <pc:sldMasterMk cId="0" sldId="2147483648"/>
            <pc:sldLayoutMk cId="0" sldId="2147483952"/>
          </pc:sldLayoutMkLst>
          <pc:spChg chg="del">
            <ac:chgData name="Stuart, Sebastian W" userId="c302d82e-2c57-4b16-b4dc-13e5bef371bd" providerId="ADAL" clId="{A61552BF-1902-41AE-A2C2-084C3577CDB6}" dt="2024-05-27T20:42:38.134" v="3631" actId="478"/>
            <ac:spMkLst>
              <pc:docMk/>
              <pc:sldMasterMk cId="0" sldId="2147483648"/>
              <pc:sldLayoutMk cId="0" sldId="2147483952"/>
              <ac:spMk id="7" creationId="{00000000-0000-0000-0000-000000000000}"/>
            </ac:spMkLst>
          </pc:spChg>
        </pc:sldLayoutChg>
        <pc:sldLayoutChg chg="delSp mod">
          <pc:chgData name="Stuart, Sebastian W" userId="c302d82e-2c57-4b16-b4dc-13e5bef371bd" providerId="ADAL" clId="{A61552BF-1902-41AE-A2C2-084C3577CDB6}" dt="2024-05-27T20:42:41.485" v="3632" actId="478"/>
          <pc:sldLayoutMkLst>
            <pc:docMk/>
            <pc:sldMasterMk cId="0" sldId="2147483648"/>
            <pc:sldLayoutMk cId="3774409052" sldId="2147483954"/>
          </pc:sldLayoutMkLst>
          <pc:spChg chg="del">
            <ac:chgData name="Stuart, Sebastian W" userId="c302d82e-2c57-4b16-b4dc-13e5bef371bd" providerId="ADAL" clId="{A61552BF-1902-41AE-A2C2-084C3577CDB6}" dt="2024-05-27T20:42:41.485" v="3632" actId="478"/>
            <ac:spMkLst>
              <pc:docMk/>
              <pc:sldMasterMk cId="0" sldId="2147483648"/>
              <pc:sldLayoutMk cId="3774409052" sldId="2147483954"/>
              <ac:spMk id="4" creationId="{6220B628-71A8-DD87-9A9F-7C0277532959}"/>
            </ac:spMkLst>
          </pc:spChg>
        </pc:sldLayoutChg>
      </pc:sldMasterChg>
    </pc:docChg>
  </pc:docChgLst>
  <pc:docChgLst>
    <pc:chgData name="Stuart, Sebastian W" userId="S::sws22@ic.ac.uk::c302d82e-2c57-4b16-b4dc-13e5bef371bd" providerId="AD" clId="Web-{EA04D770-B259-4516-8F6A-D456D2C95852}"/>
    <pc:docChg chg="modSld">
      <pc:chgData name="Stuart, Sebastian W" userId="S::sws22@ic.ac.uk::c302d82e-2c57-4b16-b4dc-13e5bef371bd" providerId="AD" clId="Web-{EA04D770-B259-4516-8F6A-D456D2C95852}" dt="2024-05-27T20:38:15.060" v="16" actId="20577"/>
      <pc:docMkLst>
        <pc:docMk/>
      </pc:docMkLst>
      <pc:sldChg chg="modSp">
        <pc:chgData name="Stuart, Sebastian W" userId="S::sws22@ic.ac.uk::c302d82e-2c57-4b16-b4dc-13e5bef371bd" providerId="AD" clId="Web-{EA04D770-B259-4516-8F6A-D456D2C95852}" dt="2024-05-27T20:37:56.731" v="5" actId="20577"/>
        <pc:sldMkLst>
          <pc:docMk/>
          <pc:sldMk cId="565120924" sldId="406"/>
        </pc:sldMkLst>
        <pc:spChg chg="mod">
          <ac:chgData name="Stuart, Sebastian W" userId="S::sws22@ic.ac.uk::c302d82e-2c57-4b16-b4dc-13e5bef371bd" providerId="AD" clId="Web-{EA04D770-B259-4516-8F6A-D456D2C95852}" dt="2024-05-27T20:37:56.731" v="5" actId="20577"/>
          <ac:spMkLst>
            <pc:docMk/>
            <pc:sldMk cId="565120924" sldId="406"/>
            <ac:spMk id="4" creationId="{D735AE92-35B1-C0D5-76AB-6A670B611CAD}"/>
          </ac:spMkLst>
        </pc:spChg>
      </pc:sldChg>
      <pc:sldChg chg="modSp">
        <pc:chgData name="Stuart, Sebastian W" userId="S::sws22@ic.ac.uk::c302d82e-2c57-4b16-b4dc-13e5bef371bd" providerId="AD" clId="Web-{EA04D770-B259-4516-8F6A-D456D2C95852}" dt="2024-05-27T20:38:15.060" v="16" actId="20577"/>
        <pc:sldMkLst>
          <pc:docMk/>
          <pc:sldMk cId="1818865107" sldId="407"/>
        </pc:sldMkLst>
        <pc:spChg chg="mod">
          <ac:chgData name="Stuart, Sebastian W" userId="S::sws22@ic.ac.uk::c302d82e-2c57-4b16-b4dc-13e5bef371bd" providerId="AD" clId="Web-{EA04D770-B259-4516-8F6A-D456D2C95852}" dt="2024-05-27T20:38:15.060" v="16" actId="20577"/>
          <ac:spMkLst>
            <pc:docMk/>
            <pc:sldMk cId="1818865107" sldId="407"/>
            <ac:spMk id="4" creationId="{D735AE92-35B1-C0D5-76AB-6A670B611CAD}"/>
          </ac:spMkLst>
        </pc:spChg>
      </pc:sldChg>
    </pc:docChg>
  </pc:docChgLst>
  <pc:docChgLst>
    <pc:chgData name="Amann, Guillaume J" userId="5c8697d1-60e8-4cfe-afe6-e8ad16fdab20" providerId="ADAL" clId="{515DF0BE-2D3F-5C40-81CE-B5F73C6A8E50}"/>
    <pc:docChg chg="undo custSel modSld modMainMaster">
      <pc:chgData name="Amann, Guillaume J" userId="5c8697d1-60e8-4cfe-afe6-e8ad16fdab20" providerId="ADAL" clId="{515DF0BE-2D3F-5C40-81CE-B5F73C6A8E50}" dt="2024-05-27T21:46:34.169" v="90"/>
      <pc:docMkLst>
        <pc:docMk/>
      </pc:docMkLst>
      <pc:sldChg chg="delSp modSp mod">
        <pc:chgData name="Amann, Guillaume J" userId="5c8697d1-60e8-4cfe-afe6-e8ad16fdab20" providerId="ADAL" clId="{515DF0BE-2D3F-5C40-81CE-B5F73C6A8E50}" dt="2024-05-27T21:46:34.169" v="90"/>
        <pc:sldMkLst>
          <pc:docMk/>
          <pc:sldMk cId="3153524923" sldId="401"/>
        </pc:sldMkLst>
        <pc:spChg chg="del">
          <ac:chgData name="Amann, Guillaume J" userId="5c8697d1-60e8-4cfe-afe6-e8ad16fdab20" providerId="ADAL" clId="{515DF0BE-2D3F-5C40-81CE-B5F73C6A8E50}" dt="2024-05-27T21:46:34.169" v="90"/>
          <ac:spMkLst>
            <pc:docMk/>
            <pc:sldMk cId="3153524923" sldId="401"/>
            <ac:spMk id="3" creationId="{EA7A7D37-DBB2-A70F-1FF1-67CAFCE997CD}"/>
          </ac:spMkLst>
        </pc:spChg>
        <pc:spChg chg="mod">
          <ac:chgData name="Amann, Guillaume J" userId="5c8697d1-60e8-4cfe-afe6-e8ad16fdab20" providerId="ADAL" clId="{515DF0BE-2D3F-5C40-81CE-B5F73C6A8E50}" dt="2024-05-27T21:18:19.544" v="86" actId="20577"/>
          <ac:spMkLst>
            <pc:docMk/>
            <pc:sldMk cId="3153524923" sldId="401"/>
            <ac:spMk id="4" creationId="{D735AE92-35B1-C0D5-76AB-6A670B611CAD}"/>
          </ac:spMkLst>
        </pc:spChg>
        <pc:spChg chg="mod">
          <ac:chgData name="Amann, Guillaume J" userId="5c8697d1-60e8-4cfe-afe6-e8ad16fdab20" providerId="ADAL" clId="{515DF0BE-2D3F-5C40-81CE-B5F73C6A8E50}" dt="2024-05-27T20:42:37.112" v="80" actId="3064"/>
          <ac:spMkLst>
            <pc:docMk/>
            <pc:sldMk cId="3153524923" sldId="401"/>
            <ac:spMk id="6" creationId="{A595D64D-B4E0-0424-5DC7-71D7E0D122BD}"/>
          </ac:spMkLst>
        </pc:spChg>
      </pc:sldChg>
      <pc:sldChg chg="delSp">
        <pc:chgData name="Amann, Guillaume J" userId="5c8697d1-60e8-4cfe-afe6-e8ad16fdab20" providerId="ADAL" clId="{515DF0BE-2D3F-5C40-81CE-B5F73C6A8E50}" dt="2024-05-27T21:46:34.169" v="90"/>
        <pc:sldMkLst>
          <pc:docMk/>
          <pc:sldMk cId="2077210056" sldId="403"/>
        </pc:sldMkLst>
        <pc:spChg chg="del">
          <ac:chgData name="Amann, Guillaume J" userId="5c8697d1-60e8-4cfe-afe6-e8ad16fdab20" providerId="ADAL" clId="{515DF0BE-2D3F-5C40-81CE-B5F73C6A8E50}" dt="2024-05-27T21:46:34.169" v="90"/>
          <ac:spMkLst>
            <pc:docMk/>
            <pc:sldMk cId="2077210056" sldId="403"/>
            <ac:spMk id="4" creationId="{3940E941-FF0A-A2A6-786E-2269AA41380D}"/>
          </ac:spMkLst>
        </pc:spChg>
      </pc:sldChg>
      <pc:sldChg chg="delSp modSp mod">
        <pc:chgData name="Amann, Guillaume J" userId="5c8697d1-60e8-4cfe-afe6-e8ad16fdab20" providerId="ADAL" clId="{515DF0BE-2D3F-5C40-81CE-B5F73C6A8E50}" dt="2024-05-27T21:46:34.169" v="90"/>
        <pc:sldMkLst>
          <pc:docMk/>
          <pc:sldMk cId="565120924" sldId="406"/>
        </pc:sldMkLst>
        <pc:spChg chg="del">
          <ac:chgData name="Amann, Guillaume J" userId="5c8697d1-60e8-4cfe-afe6-e8ad16fdab20" providerId="ADAL" clId="{515DF0BE-2D3F-5C40-81CE-B5F73C6A8E50}" dt="2024-05-27T21:46:34.169" v="90"/>
          <ac:spMkLst>
            <pc:docMk/>
            <pc:sldMk cId="565120924" sldId="406"/>
            <ac:spMk id="3" creationId="{EA7A7D37-DBB2-A70F-1FF1-67CAFCE997CD}"/>
          </ac:spMkLst>
        </pc:spChg>
        <pc:spChg chg="mod">
          <ac:chgData name="Amann, Guillaume J" userId="5c8697d1-60e8-4cfe-afe6-e8ad16fdab20" providerId="ADAL" clId="{515DF0BE-2D3F-5C40-81CE-B5F73C6A8E50}" dt="2024-05-27T20:43:01.144" v="81" actId="1076"/>
          <ac:spMkLst>
            <pc:docMk/>
            <pc:sldMk cId="565120924" sldId="406"/>
            <ac:spMk id="6" creationId="{A595D64D-B4E0-0424-5DC7-71D7E0D122BD}"/>
          </ac:spMkLst>
        </pc:spChg>
      </pc:sldChg>
      <pc:sldChg chg="delSp modSp mod">
        <pc:chgData name="Amann, Guillaume J" userId="5c8697d1-60e8-4cfe-afe6-e8ad16fdab20" providerId="ADAL" clId="{515DF0BE-2D3F-5C40-81CE-B5F73C6A8E50}" dt="2024-05-27T21:46:34.169" v="90"/>
        <pc:sldMkLst>
          <pc:docMk/>
          <pc:sldMk cId="1818865107" sldId="407"/>
        </pc:sldMkLst>
        <pc:spChg chg="del">
          <ac:chgData name="Amann, Guillaume J" userId="5c8697d1-60e8-4cfe-afe6-e8ad16fdab20" providerId="ADAL" clId="{515DF0BE-2D3F-5C40-81CE-B5F73C6A8E50}" dt="2024-05-27T21:46:34.169" v="90"/>
          <ac:spMkLst>
            <pc:docMk/>
            <pc:sldMk cId="1818865107" sldId="407"/>
            <ac:spMk id="3" creationId="{EA7A7D37-DBB2-A70F-1FF1-67CAFCE997CD}"/>
          </ac:spMkLst>
        </pc:spChg>
        <pc:spChg chg="mod">
          <ac:chgData name="Amann, Guillaume J" userId="5c8697d1-60e8-4cfe-afe6-e8ad16fdab20" providerId="ADAL" clId="{515DF0BE-2D3F-5C40-81CE-B5F73C6A8E50}" dt="2024-05-27T20:41:15.953" v="28" actId="1076"/>
          <ac:spMkLst>
            <pc:docMk/>
            <pc:sldMk cId="1818865107" sldId="407"/>
            <ac:spMk id="6" creationId="{A595D64D-B4E0-0424-5DC7-71D7E0D122BD}"/>
          </ac:spMkLst>
        </pc:spChg>
      </pc:sldChg>
      <pc:sldChg chg="delSp modSp mod">
        <pc:chgData name="Amann, Guillaume J" userId="5c8697d1-60e8-4cfe-afe6-e8ad16fdab20" providerId="ADAL" clId="{515DF0BE-2D3F-5C40-81CE-B5F73C6A8E50}" dt="2024-05-27T21:46:34.169" v="90"/>
        <pc:sldMkLst>
          <pc:docMk/>
          <pc:sldMk cId="3660141591" sldId="408"/>
        </pc:sldMkLst>
        <pc:spChg chg="del">
          <ac:chgData name="Amann, Guillaume J" userId="5c8697d1-60e8-4cfe-afe6-e8ad16fdab20" providerId="ADAL" clId="{515DF0BE-2D3F-5C40-81CE-B5F73C6A8E50}" dt="2024-05-27T21:46:34.169" v="90"/>
          <ac:spMkLst>
            <pc:docMk/>
            <pc:sldMk cId="3660141591" sldId="408"/>
            <ac:spMk id="3" creationId="{EA7A7D37-DBB2-A70F-1FF1-67CAFCE997CD}"/>
          </ac:spMkLst>
        </pc:spChg>
        <pc:spChg chg="mod">
          <ac:chgData name="Amann, Guillaume J" userId="5c8697d1-60e8-4cfe-afe6-e8ad16fdab20" providerId="ADAL" clId="{515DF0BE-2D3F-5C40-81CE-B5F73C6A8E50}" dt="2024-05-27T20:42:14.898" v="62" actId="3064"/>
          <ac:spMkLst>
            <pc:docMk/>
            <pc:sldMk cId="3660141591" sldId="408"/>
            <ac:spMk id="6" creationId="{A595D64D-B4E0-0424-5DC7-71D7E0D122BD}"/>
          </ac:spMkLst>
        </pc:spChg>
      </pc:sldChg>
      <pc:sldMasterChg chg="delSp mod modSldLayout">
        <pc:chgData name="Amann, Guillaume J" userId="5c8697d1-60e8-4cfe-afe6-e8ad16fdab20" providerId="ADAL" clId="{515DF0BE-2D3F-5C40-81CE-B5F73C6A8E50}" dt="2024-05-27T21:18:52.554" v="89" actId="478"/>
        <pc:sldMasterMkLst>
          <pc:docMk/>
          <pc:sldMasterMk cId="0" sldId="2147483648"/>
        </pc:sldMasterMkLst>
        <pc:spChg chg="del">
          <ac:chgData name="Amann, Guillaume J" userId="5c8697d1-60e8-4cfe-afe6-e8ad16fdab20" providerId="ADAL" clId="{515DF0BE-2D3F-5C40-81CE-B5F73C6A8E50}" dt="2024-05-27T21:18:52.554" v="89" actId="478"/>
          <ac:spMkLst>
            <pc:docMk/>
            <pc:sldMasterMk cId="0" sldId="2147483648"/>
            <ac:spMk id="5" creationId="{00000000-0000-0000-0000-000000000000}"/>
          </ac:spMkLst>
        </pc:spChg>
        <pc:sldLayoutChg chg="addSp delSp modSp mod">
          <pc:chgData name="Amann, Guillaume J" userId="5c8697d1-60e8-4cfe-afe6-e8ad16fdab20" providerId="ADAL" clId="{515DF0BE-2D3F-5C40-81CE-B5F73C6A8E50}" dt="2024-05-27T21:18:45.201" v="88" actId="478"/>
          <pc:sldLayoutMkLst>
            <pc:docMk/>
            <pc:sldMasterMk cId="0" sldId="2147483648"/>
            <pc:sldLayoutMk cId="0" sldId="2147483951"/>
          </pc:sldLayoutMkLst>
          <pc:spChg chg="add mod">
            <ac:chgData name="Amann, Guillaume J" userId="5c8697d1-60e8-4cfe-afe6-e8ad16fdab20" providerId="ADAL" clId="{515DF0BE-2D3F-5C40-81CE-B5F73C6A8E50}" dt="2024-05-27T20:46:16.590" v="83"/>
            <ac:spMkLst>
              <pc:docMk/>
              <pc:sldMasterMk cId="0" sldId="2147483648"/>
              <pc:sldLayoutMk cId="0" sldId="2147483951"/>
              <ac:spMk id="6" creationId="{3A2841F4-8EE8-BFF6-0C6E-BFCD84E55A14}"/>
            </ac:spMkLst>
          </pc:spChg>
          <pc:spChg chg="del">
            <ac:chgData name="Amann, Guillaume J" userId="5c8697d1-60e8-4cfe-afe6-e8ad16fdab20" providerId="ADAL" clId="{515DF0BE-2D3F-5C40-81CE-B5F73C6A8E50}" dt="2024-05-27T21:18:45.201" v="88" actId="478"/>
            <ac:spMkLst>
              <pc:docMk/>
              <pc:sldMasterMk cId="0" sldId="2147483648"/>
              <pc:sldLayoutMk cId="0" sldId="2147483951"/>
              <ac:spMk id="8" creationId="{00000000-0000-0000-0000-000000000000}"/>
            </ac:spMkLst>
          </pc:spChg>
          <pc:spChg chg="del">
            <ac:chgData name="Amann, Guillaume J" userId="5c8697d1-60e8-4cfe-afe6-e8ad16fdab20" providerId="ADAL" clId="{515DF0BE-2D3F-5C40-81CE-B5F73C6A8E50}" dt="2024-05-27T20:46:02.477" v="82" actId="21"/>
            <ac:spMkLst>
              <pc:docMk/>
              <pc:sldMasterMk cId="0" sldId="2147483648"/>
              <pc:sldLayoutMk cId="0" sldId="2147483951"/>
              <ac:spMk id="13" creationId="{00000000-0000-0000-0000-000000000000}"/>
            </ac:spMkLst>
          </pc:spChg>
          <pc:cxnChg chg="add mod">
            <ac:chgData name="Amann, Guillaume J" userId="5c8697d1-60e8-4cfe-afe6-e8ad16fdab20" providerId="ADAL" clId="{515DF0BE-2D3F-5C40-81CE-B5F73C6A8E50}" dt="2024-05-27T20:46:16.590" v="83"/>
            <ac:cxnSpMkLst>
              <pc:docMk/>
              <pc:sldMasterMk cId="0" sldId="2147483648"/>
              <pc:sldLayoutMk cId="0" sldId="2147483951"/>
              <ac:cxnSpMk id="4" creationId="{01FFC7A6-C079-EC67-BAE6-4FDC855B274B}"/>
            </ac:cxnSpMkLst>
          </pc:cxnChg>
          <pc:cxnChg chg="del">
            <ac:chgData name="Amann, Guillaume J" userId="5c8697d1-60e8-4cfe-afe6-e8ad16fdab20" providerId="ADAL" clId="{515DF0BE-2D3F-5C40-81CE-B5F73C6A8E50}" dt="2024-05-27T20:46:02.477" v="82" actId="21"/>
            <ac:cxnSpMkLst>
              <pc:docMk/>
              <pc:sldMasterMk cId="0" sldId="2147483648"/>
              <pc:sldLayoutMk cId="0" sldId="2147483951"/>
              <ac:cxnSpMk id="12" creationId="{00000000-0000-0000-0000-000000000000}"/>
            </ac:cxnSpMkLst>
          </pc:cxnChg>
        </pc:sldLayoutChg>
        <pc:sldLayoutChg chg="delSp mod">
          <pc:chgData name="Amann, Guillaume J" userId="5c8697d1-60e8-4cfe-afe6-e8ad16fdab20" providerId="ADAL" clId="{515DF0BE-2D3F-5C40-81CE-B5F73C6A8E50}" dt="2024-05-27T21:18:37.523" v="87" actId="478"/>
          <pc:sldLayoutMkLst>
            <pc:docMk/>
            <pc:sldMasterMk cId="0" sldId="2147483648"/>
            <pc:sldLayoutMk cId="0" sldId="2147483952"/>
          </pc:sldLayoutMkLst>
          <pc:spChg chg="del">
            <ac:chgData name="Amann, Guillaume J" userId="5c8697d1-60e8-4cfe-afe6-e8ad16fdab20" providerId="ADAL" clId="{515DF0BE-2D3F-5C40-81CE-B5F73C6A8E50}" dt="2024-05-27T21:18:37.523" v="87" actId="478"/>
            <ac:spMkLst>
              <pc:docMk/>
              <pc:sldMasterMk cId="0" sldId="2147483648"/>
              <pc:sldLayoutMk cId="0" sldId="2147483952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A4F84A3-A6DE-4D63-AAD1-9AAB6655C8E9}" type="datetimeFigureOut">
              <a:rPr lang="en-US"/>
              <a:pPr>
                <a:defRPr/>
              </a:pPr>
              <a:t>5/31/2024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B817BC3-1AEF-4F46-9182-7B6BE78777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40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984C4D41-D2A7-4BED-9AA5-9E9A39D58907}" type="datetimeFigureOut">
              <a:rPr lang="en-US"/>
              <a:pPr>
                <a:defRPr/>
              </a:pPr>
              <a:t>5/30/2024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05A3BF0-9162-4A6A-A845-C85B6C14AE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95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2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80771"/>
            <a:ext cx="7772400" cy="369332"/>
          </a:xfrm>
        </p:spPr>
        <p:txBody>
          <a:bodyPr wrap="square">
            <a:spAutoFit/>
          </a:bodyPr>
          <a:lstStyle>
            <a:lvl1pPr algn="l"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352800"/>
            <a:ext cx="6400800" cy="215444"/>
          </a:xfrm>
        </p:spPr>
        <p:txBody>
          <a:bodyPr tIns="0" bIns="0">
            <a:spAutoFit/>
          </a:bodyPr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7ACF6-2B2F-5A82-1288-E5C5FB2C33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8601" y="152400"/>
            <a:ext cx="14478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GB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FFC7A6-C079-EC67-BAE6-4FDC855B274B}"/>
              </a:ext>
            </a:extLst>
          </p:cNvPr>
          <p:cNvCxnSpPr>
            <a:cxnSpLocks/>
          </p:cNvCxnSpPr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" y="1690828"/>
            <a:ext cx="9136380" cy="1341906"/>
          </a:xfrm>
        </p:spPr>
        <p:txBody>
          <a:bodyPr>
            <a:spAutoFit/>
          </a:bodyPr>
          <a:lstStyle>
            <a:lvl1pPr marL="173038" indent="-173038">
              <a:buClrTx/>
              <a:buFont typeface="Wingdings" panose="05000000000000000000" pitchFamily="2" charset="2"/>
              <a:buChar char="§"/>
              <a:defRPr b="0" i="0" u="none"/>
            </a:lvl1pPr>
            <a:lvl2pPr marL="346075" indent="-173038">
              <a:buClrTx/>
              <a:buSzPct val="120000"/>
              <a:buFont typeface="Arial" panose="020B0604020202020204" pitchFamily="34" charset="0"/>
              <a:buChar char="•"/>
              <a:defRPr/>
            </a:lvl2pPr>
            <a:lvl3pPr marL="568325" indent="-222250">
              <a:buClrTx/>
              <a:buFont typeface="Wingdings" panose="05000000000000000000" pitchFamily="2" charset="2"/>
              <a:buChar char="Ø"/>
              <a:defRPr/>
            </a:lvl3pPr>
            <a:lvl4pPr marL="803275" indent="-234950">
              <a:buClrTx/>
              <a:buSzPct val="120000"/>
              <a:defRPr/>
            </a:lvl4pPr>
            <a:lvl5pPr marL="1025525" indent="-222250">
              <a:buClrTx/>
              <a:buSzPct val="120000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81000" y="204143"/>
            <a:ext cx="8305800" cy="461665"/>
          </a:xfrm>
        </p:spPr>
        <p:txBody>
          <a:bodyPr>
            <a:spAutoFit/>
          </a:bodyPr>
          <a:lstStyle>
            <a:lvl1pPr>
              <a:defRPr sz="3000" b="1"/>
            </a:lvl1pPr>
          </a:lstStyle>
          <a:p>
            <a:r>
              <a:rPr lang="en-US" noProof="0"/>
              <a:t> 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3D594E-14FE-ADFC-BD49-CA700C686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8601" y="152400"/>
            <a:ext cx="14478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GB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08C2-3F9D-3921-99DF-9523FB15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B35AAF-C520-7E5D-5966-F9961968FC0E}"/>
              </a:ext>
            </a:extLst>
          </p:cNvPr>
          <p:cNvSpPr/>
          <p:nvPr userDrawn="1"/>
        </p:nvSpPr>
        <p:spPr>
          <a:xfrm>
            <a:off x="381000" y="1295400"/>
            <a:ext cx="8229600" cy="5081868"/>
          </a:xfrm>
          <a:prstGeom prst="roundRect">
            <a:avLst>
              <a:gd name="adj" fmla="val 1673"/>
            </a:avLst>
          </a:prstGeom>
          <a:solidFill>
            <a:schemeClr val="bg1">
              <a:lumMod val="85000"/>
              <a:alpha val="34961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88000" rIns="216000" bIns="288000" rtlCol="0" anchor="ctr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Nautilus has indicated that it needs $1.5 billion in funding to continue ramping up its international expansion efforts and for general corporate purposes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Arial" panose="020B0604020202020204" pitchFamily="34" charset="0"/>
              </a:rPr>
              <a:t>Management has indicated a strong preference for Unsecured Senior Notes, but we believe that Convertible Bonds offer the lowest cost of funding, and that dilution can be minimized with the proper call-spread structure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Such Convertible Bonds might offer a 45% conversion premium (conversion price of $641.58) and a 1.5% coupon rate, for an after-tax cash cost of 0.99%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By contrast, the after-tax cost of Unsecured Senior Notes might be between 3.50% and 4.00%, and such an issuance would likely result in a credit rating downgrade for Nautilus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Given Nautilus’ share price and valuation multiples, a follow-on equity offering is also viable, but the likely discount on such an offering would imply an after-tax cost of between 1.20% and 1.40%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The major downside of a Convertible Bond issuance is possible dilution, but the company could raise the effective conversion price by purchasing call options on its stock and selling warrants on its stock at a higher exercise price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230A8E-447B-4A0B-60F1-FF1FA8CB7F60}"/>
              </a:ext>
            </a:extLst>
          </p:cNvPr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0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88A8DC-D593-AC7C-50C8-17CF815704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/>
          <a:srcRect l="15970" t="17392" r="15883" b="23693"/>
          <a:stretch/>
        </p:blipFill>
        <p:spPr>
          <a:xfrm>
            <a:off x="-108000" y="-102684"/>
            <a:ext cx="9360000" cy="7063367"/>
          </a:xfrm>
          <a:prstGeom prst="rect">
            <a:avLst/>
          </a:prstGeom>
        </p:spPr>
      </p:pic>
      <p:sp>
        <p:nvSpPr>
          <p:cNvPr id="6146" name="Title Placeholder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auto">
          <a:xfrm>
            <a:off x="381000" y="151200"/>
            <a:ext cx="83058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Title</a:t>
            </a:r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646238"/>
            <a:ext cx="8305800" cy="1341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3580E-17DA-3834-62AA-B4938277A46E}"/>
              </a:ext>
            </a:extLst>
          </p:cNvPr>
          <p:cNvSpPr txBox="1"/>
          <p:nvPr userDrawn="1"/>
        </p:nvSpPr>
        <p:spPr>
          <a:xfrm>
            <a:off x="7848601" y="152400"/>
            <a:ext cx="14478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GB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1" r:id="rId2"/>
    <p:sldLayoutId id="2147483952" r:id="rId3"/>
    <p:sldLayoutId id="2147483954" r:id="rId4"/>
  </p:sldLayoutIdLst>
  <p:hf sldNum="0" hdr="0" ftr="0" dt="0"/>
  <p:txStyles>
    <p:titleStyle>
      <a:lvl1pPr algn="just" rtl="0" eaLnBrk="0" fontAlgn="base" hangingPunct="0">
        <a:spcBef>
          <a:spcPct val="0"/>
        </a:spcBef>
        <a:spcAft>
          <a:spcPct val="0"/>
        </a:spcAft>
        <a:defRPr sz="3200" b="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68325" indent="-228600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Wingdings" panose="05000000000000000000" pitchFamily="2" charset="2"/>
        <a:buChar char="Ø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803275" indent="-228600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Arial" charset="0"/>
        <a:buChar char="–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025525" indent="-228600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Arial" charset="0"/>
        <a:buChar char="»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D517-6AD3-170F-6223-2338680EB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649994"/>
            <a:ext cx="7772400" cy="430887"/>
          </a:xfrm>
        </p:spPr>
        <p:txBody>
          <a:bodyPr/>
          <a:lstStyle/>
          <a:p>
            <a:r>
              <a:rPr lang="en-GB" sz="2800" b="1" dirty="0">
                <a:latin typeface="Times New Roman"/>
                <a:cs typeface="Times New Roman"/>
              </a:rPr>
              <a:t>Weekly M&amp;A Report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99078-82A1-52A9-34F4-07E2D1282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Week beginning: 27</a:t>
            </a:r>
            <a:r>
              <a:rPr lang="en-GB" baseline="30000" dirty="0">
                <a:solidFill>
                  <a:schemeClr val="bg1">
                    <a:lumMod val="50000"/>
                  </a:schemeClr>
                </a:solidFill>
              </a:rPr>
              <a:t>th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May 2024</a:t>
            </a:r>
          </a:p>
        </p:txBody>
      </p:sp>
    </p:spTree>
    <p:extLst>
      <p:ext uri="{BB962C8B-B14F-4D97-AF65-F5344CB8AC3E}">
        <p14:creationId xmlns:p14="http://schemas.microsoft.com/office/powerpoint/2010/main" val="207721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35AE92-35B1-C0D5-76AB-6A670B61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9532"/>
            <a:ext cx="8305800" cy="430887"/>
          </a:xfrm>
        </p:spPr>
        <p:txBody>
          <a:bodyPr/>
          <a:lstStyle/>
          <a:p>
            <a:r>
              <a:rPr lang="en-GB" sz="2800" dirty="0">
                <a:latin typeface="Times New Roman"/>
                <a:cs typeface="Times New Roman"/>
              </a:rPr>
              <a:t>M&amp;A news roundup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95D64D-B4E0-0424-5DC7-71D7E0D122BD}"/>
              </a:ext>
            </a:extLst>
          </p:cNvPr>
          <p:cNvSpPr/>
          <p:nvPr/>
        </p:nvSpPr>
        <p:spPr>
          <a:xfrm>
            <a:off x="612000" y="1295400"/>
            <a:ext cx="7920000" cy="5081868"/>
          </a:xfrm>
          <a:prstGeom prst="roundRect">
            <a:avLst>
              <a:gd name="adj" fmla="val 1673"/>
            </a:avLst>
          </a:prstGeom>
          <a:solidFill>
            <a:schemeClr val="bg1">
              <a:lumMod val="65000"/>
              <a:alpha val="34961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Anglo American is set to open talks with BHP after rejecting its third takeover bid – not sure of current status but definitely need to talk about </a:t>
            </a:r>
            <a:r>
              <a:rPr lang="en-US" sz="1600" dirty="0" err="1">
                <a:solidFill>
                  <a:prstClr val="white"/>
                </a:solidFill>
                <a:latin typeface="Avenir Next LT Pro"/>
                <a:cs typeface="Times New Roman"/>
              </a:rPr>
              <a:t>anglo</a:t>
            </a: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/BHP saga</a:t>
            </a: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Ackman planning Pershing square capital IPO, rare move for  hedge fund – secures $ 1bn pre-IPO funding at USD 10.5 bn valuation, late 2025 target</a:t>
            </a: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Sony in talks to acquire Queen’s music catalogue in what could be one of the biggest ever deals of its kind</a:t>
            </a: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Royal Mail owner agrees to GBP 3.5 bn takeover by Czech billionaire Daniel </a:t>
            </a:r>
            <a:r>
              <a:rPr lang="en-US" sz="1600" dirty="0" err="1">
                <a:solidFill>
                  <a:prstClr val="white"/>
                </a:solidFill>
                <a:latin typeface="Avenir Next LT Pro"/>
                <a:cs typeface="Times New Roman"/>
              </a:rPr>
              <a:t>Kretinsky</a:t>
            </a:r>
            <a:endParaRPr lang="en-US" sz="1600" dirty="0">
              <a:solidFill>
                <a:prstClr val="white"/>
              </a:solidFill>
              <a:latin typeface="Avenir Next LT Pro"/>
              <a:cs typeface="Times New Roman"/>
            </a:endParaRP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 err="1">
                <a:solidFill>
                  <a:prstClr val="white"/>
                </a:solidFill>
                <a:latin typeface="Avenir Next LT Pro"/>
                <a:cs typeface="Times New Roman"/>
              </a:rPr>
              <a:t>Skydance</a:t>
            </a: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 has sweetened its offer for a merger with Paramount</a:t>
            </a: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Conoco Phillips is set to acquire Marathon Oil in a $17.1 bn all stock agreement.</a:t>
            </a: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Hess shareholder approve 53 billion acquisition.</a:t>
            </a: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r>
              <a:rPr lang="en-US" sz="1600" dirty="0">
                <a:solidFill>
                  <a:prstClr val="white"/>
                </a:solidFill>
                <a:latin typeface="Avenir Next LT Pro"/>
                <a:cs typeface="Times New Roman"/>
              </a:rPr>
              <a:t>T-Mobile will buy much of US cellular for $4.4 </a:t>
            </a:r>
            <a:r>
              <a:rPr lang="en-US" sz="1600">
                <a:solidFill>
                  <a:prstClr val="white"/>
                </a:solidFill>
                <a:latin typeface="Avenir Next LT Pro"/>
                <a:cs typeface="Times New Roman"/>
              </a:rPr>
              <a:t>bn including debt…</a:t>
            </a:r>
            <a:endParaRPr lang="en-US" sz="1600" dirty="0">
              <a:solidFill>
                <a:prstClr val="white"/>
              </a:solidFill>
              <a:latin typeface="Avenir Next LT Pro"/>
              <a:cs typeface="Times New Roman"/>
            </a:endParaRPr>
          </a:p>
          <a:p>
            <a:pPr marL="285750" indent="-285750" algn="just">
              <a:spcBef>
                <a:spcPct val="20000"/>
              </a:spcBef>
              <a:spcAft>
                <a:spcPts val="1000"/>
              </a:spcAft>
              <a:buSzPct val="110000"/>
              <a:buFont typeface="Wingdings" pitchFamily="2" charset="2"/>
              <a:buChar char="§"/>
              <a:defRPr/>
            </a:pPr>
            <a:endParaRPr lang="en-US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014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BE1AA9-5E1C-1060-80BE-18D031ED0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74FBC7-8577-89C4-9775-ABD83FB9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 of the week: ---</a:t>
            </a:r>
          </a:p>
        </p:txBody>
      </p:sp>
    </p:spTree>
    <p:extLst>
      <p:ext uri="{BB962C8B-B14F-4D97-AF65-F5344CB8AC3E}">
        <p14:creationId xmlns:p14="http://schemas.microsoft.com/office/powerpoint/2010/main" val="186955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2188D5-546F-4D6C-14F9-07E543EC8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CB2530-C0ED-0E7F-62E6-C6651255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29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6350">
          <a:solidFill>
            <a:schemeClr val="tx1"/>
          </a:solidFill>
        </a:ln>
      </a:spPr>
      <a:bodyPr rtlCol="0" anchor="ctr"/>
      <a:lstStyle>
        <a:defPPr marL="173038" indent="-173038">
          <a:buFont typeface="Wingdings" panose="05000000000000000000" pitchFamily="2" charset="2"/>
          <a:buChar char="§"/>
          <a:defRPr sz="12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c390ba-ccc1-4a97-8ed5-e6130fdb8bb2">
      <Terms xmlns="http://schemas.microsoft.com/office/infopath/2007/PartnerControls"/>
    </lcf76f155ced4ddcb4097134ff3c332f>
    <TaxCatchAll xmlns="6474e229-2bef-48fc-98c6-dfaf0db62f0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FDE78237E5BD43BF0CE567A8265D11" ma:contentTypeVersion="11" ma:contentTypeDescription="Create a new document." ma:contentTypeScope="" ma:versionID="5567f670ed4d1c84974d99644a3ea51e">
  <xsd:schema xmlns:xsd="http://www.w3.org/2001/XMLSchema" xmlns:xs="http://www.w3.org/2001/XMLSchema" xmlns:p="http://schemas.microsoft.com/office/2006/metadata/properties" xmlns:ns2="37c390ba-ccc1-4a97-8ed5-e6130fdb8bb2" xmlns:ns3="6474e229-2bef-48fc-98c6-dfaf0db62f0f" targetNamespace="http://schemas.microsoft.com/office/2006/metadata/properties" ma:root="true" ma:fieldsID="2dc838be0319862c61f2214a1cfe9000" ns2:_="" ns3:_="">
    <xsd:import namespace="37c390ba-ccc1-4a97-8ed5-e6130fdb8bb2"/>
    <xsd:import namespace="6474e229-2bef-48fc-98c6-dfaf0db62f0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c390ba-ccc1-4a97-8ed5-e6130fdb8bb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74e229-2bef-48fc-98c6-dfaf0db62f0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1dd08a0-46ed-48f9-87fa-ffc2a8469090}" ma:internalName="TaxCatchAll" ma:showField="CatchAllData" ma:web="6474e229-2bef-48fc-98c6-dfaf0db62f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08BBF2-7D54-4A35-A458-079806C853E9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37c390ba-ccc1-4a97-8ed5-e6130fdb8bb2"/>
    <ds:schemaRef ds:uri="http://schemas.openxmlformats.org/package/2006/metadata/core-properties"/>
    <ds:schemaRef ds:uri="6474e229-2bef-48fc-98c6-dfaf0db62f0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FA6817-C9EF-44C6-9944-0F5C4918AADF}">
  <ds:schemaRefs>
    <ds:schemaRef ds:uri="37c390ba-ccc1-4a97-8ed5-e6130fdb8bb2"/>
    <ds:schemaRef ds:uri="6474e229-2bef-48fc-98c6-dfaf0db62f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10F4800-EAFB-4D4A-B1AA-06D5FA2F53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Next LT Pro</vt:lpstr>
      <vt:lpstr>Calibri</vt:lpstr>
      <vt:lpstr>Times New Roman</vt:lpstr>
      <vt:lpstr>Wingdings</vt:lpstr>
      <vt:lpstr>Office Theme</vt:lpstr>
      <vt:lpstr>Weekly M&amp;A Report</vt:lpstr>
      <vt:lpstr>M&amp;A news roundup</vt:lpstr>
      <vt:lpstr>Deal of the week: ---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Nautilus</dc:title>
  <dc:creator>BIWS</dc:creator>
  <cp:lastModifiedBy>Stuart, Sebastian</cp:lastModifiedBy>
  <cp:revision>27</cp:revision>
  <dcterms:created xsi:type="dcterms:W3CDTF">2010-05-26T09:54:24Z</dcterms:created>
  <dcterms:modified xsi:type="dcterms:W3CDTF">2024-05-31T13:48:13Z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0x01010048FDE78237E5BD43BF0CE567A8265D11</vt:lpwstr>
  </property>
  <property fmtid="{D5CDD505-2E9C-101B-9397-08002B2CF9AE}" pid="3" name="MediaServiceImageTags">
    <vt:lpwstr/>
  </property>
</Properties>
</file>