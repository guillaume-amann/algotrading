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0"/>
  </p:notesMasterIdLst>
  <p:handoutMasterIdLst>
    <p:handoutMasterId r:id="rId11"/>
  </p:handoutMasterIdLst>
  <p:sldIdLst>
    <p:sldId id="403" r:id="rId5"/>
    <p:sldId id="408" r:id="rId6"/>
    <p:sldId id="401" r:id="rId7"/>
    <p:sldId id="406" r:id="rId8"/>
    <p:sldId id="407" r:id="rId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4008" userDrawn="1">
          <p15:clr>
            <a:srgbClr val="A4A3A4"/>
          </p15:clr>
        </p15:guide>
        <p15:guide id="2" orient="horz" pos="576" userDrawn="1">
          <p15:clr>
            <a:srgbClr val="A4A3A4"/>
          </p15:clr>
        </p15:guide>
        <p15:guide id="4" pos="240">
          <p15:clr>
            <a:srgbClr val="A4A3A4"/>
          </p15:clr>
        </p15:guide>
        <p15:guide id="5" pos="5472" userDrawn="1">
          <p15:clr>
            <a:srgbClr val="A4A3A4"/>
          </p15:clr>
        </p15:guide>
        <p15:guide id="6" orient="horz" pos="1824" userDrawn="1">
          <p15:clr>
            <a:srgbClr val="A4A3A4"/>
          </p15:clr>
        </p15:guide>
        <p15:guide id="7" orient="horz" pos="2928" userDrawn="1">
          <p15:clr>
            <a:srgbClr val="A4A3A4"/>
          </p15:clr>
        </p15:guide>
        <p15:guide id="8" orient="horz" pos="1280" userDrawn="1">
          <p15:clr>
            <a:srgbClr val="A4A3A4"/>
          </p15:clr>
        </p15:guide>
        <p15:guide id="9" pos="1632" userDrawn="1">
          <p15:clr>
            <a:srgbClr val="A4A3A4"/>
          </p15:clr>
        </p15:guide>
        <p15:guide id="10" pos="412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WS" initials="B" lastIdx="0" clrIdx="0">
    <p:extLst>
      <p:ext uri="{19B8F6BF-5375-455C-9EA6-DF929625EA0E}">
        <p15:presenceInfo xmlns:p15="http://schemas.microsoft.com/office/powerpoint/2012/main" userId="BIW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D1D7"/>
    <a:srgbClr val="031174"/>
    <a:srgbClr val="485059"/>
    <a:srgbClr val="5E7C9E"/>
    <a:srgbClr val="A6A6A6"/>
    <a:srgbClr val="113D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5DF0BE-2D3F-5C40-81CE-B5F73C6A8E50}" v="100" dt="2024-05-27T23:16:14.517"/>
    <p1510:client id="{A61552BF-1902-41AE-A2C2-084C3577CDB6}" v="3904" dt="2024-05-27T22:35:32.384"/>
    <p1510:client id="{EA04D770-B259-4516-8F6A-D456D2C95852}" v="36" dt="2024-05-27T20:38:15.0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4008"/>
        <p:guide orient="horz" pos="576"/>
        <p:guide pos="240"/>
        <p:guide pos="5472"/>
        <p:guide orient="horz" pos="1824"/>
        <p:guide orient="horz" pos="2928"/>
        <p:guide orient="horz" pos="1280"/>
        <p:guide pos="1632"/>
        <p:guide pos="4128"/>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uart, Sebastian W" userId="S::sws22@ic.ac.uk::c302d82e-2c57-4b16-b4dc-13e5bef371bd" providerId="AD" clId="Web-{EA04D770-B259-4516-8F6A-D456D2C95852}"/>
    <pc:docChg chg="modSld">
      <pc:chgData name="Stuart, Sebastian W" userId="S::sws22@ic.ac.uk::c302d82e-2c57-4b16-b4dc-13e5bef371bd" providerId="AD" clId="Web-{EA04D770-B259-4516-8F6A-D456D2C95852}" dt="2024-05-27T20:38:15.060" v="16" actId="20577"/>
      <pc:docMkLst>
        <pc:docMk/>
      </pc:docMkLst>
      <pc:sldChg chg="modSp">
        <pc:chgData name="Stuart, Sebastian W" userId="S::sws22@ic.ac.uk::c302d82e-2c57-4b16-b4dc-13e5bef371bd" providerId="AD" clId="Web-{EA04D770-B259-4516-8F6A-D456D2C95852}" dt="2024-05-27T20:37:56.731" v="5" actId="20577"/>
        <pc:sldMkLst>
          <pc:docMk/>
          <pc:sldMk cId="565120924" sldId="406"/>
        </pc:sldMkLst>
        <pc:spChg chg="mod">
          <ac:chgData name="Stuart, Sebastian W" userId="S::sws22@ic.ac.uk::c302d82e-2c57-4b16-b4dc-13e5bef371bd" providerId="AD" clId="Web-{EA04D770-B259-4516-8F6A-D456D2C95852}" dt="2024-05-27T20:37:56.731" v="5" actId="20577"/>
          <ac:spMkLst>
            <pc:docMk/>
            <pc:sldMk cId="565120924" sldId="406"/>
            <ac:spMk id="4" creationId="{D735AE92-35B1-C0D5-76AB-6A670B611CAD}"/>
          </ac:spMkLst>
        </pc:spChg>
      </pc:sldChg>
      <pc:sldChg chg="modSp">
        <pc:chgData name="Stuart, Sebastian W" userId="S::sws22@ic.ac.uk::c302d82e-2c57-4b16-b4dc-13e5bef371bd" providerId="AD" clId="Web-{EA04D770-B259-4516-8F6A-D456D2C95852}" dt="2024-05-27T20:38:15.060" v="16" actId="20577"/>
        <pc:sldMkLst>
          <pc:docMk/>
          <pc:sldMk cId="1818865107" sldId="407"/>
        </pc:sldMkLst>
        <pc:spChg chg="mod">
          <ac:chgData name="Stuart, Sebastian W" userId="S::sws22@ic.ac.uk::c302d82e-2c57-4b16-b4dc-13e5bef371bd" providerId="AD" clId="Web-{EA04D770-B259-4516-8F6A-D456D2C95852}" dt="2024-05-27T20:38:15.060" v="16" actId="20577"/>
          <ac:spMkLst>
            <pc:docMk/>
            <pc:sldMk cId="1818865107" sldId="407"/>
            <ac:spMk id="4" creationId="{D735AE92-35B1-C0D5-76AB-6A670B611CAD}"/>
          </ac:spMkLst>
        </pc:spChg>
      </pc:sldChg>
    </pc:docChg>
  </pc:docChgLst>
  <pc:docChgLst>
    <pc:chgData name="Amann, Guillaume J" userId="5c8697d1-60e8-4cfe-afe6-e8ad16fdab20" providerId="ADAL" clId="{9B2708CE-18F7-434D-B4DB-BBE1F19B7789}"/>
    <pc:docChg chg="undo custSel addSld delSld modSld addMainMaster delMainMaster modMainMaster">
      <pc:chgData name="Amann, Guillaume J" userId="5c8697d1-60e8-4cfe-afe6-e8ad16fdab20" providerId="ADAL" clId="{9B2708CE-18F7-434D-B4DB-BBE1F19B7789}" dt="2024-05-24T16:17:01.019" v="579" actId="2696"/>
      <pc:docMkLst>
        <pc:docMk/>
      </pc:docMkLst>
      <pc:sldChg chg="addSp delSp modSp mod">
        <pc:chgData name="Amann, Guillaume J" userId="5c8697d1-60e8-4cfe-afe6-e8ad16fdab20" providerId="ADAL" clId="{9B2708CE-18F7-434D-B4DB-BBE1F19B7789}" dt="2024-05-23T23:20:14.973" v="91" actId="478"/>
        <pc:sldMkLst>
          <pc:docMk/>
          <pc:sldMk cId="0" sldId="257"/>
        </pc:sldMkLst>
        <pc:spChg chg="add del mod">
          <ac:chgData name="Amann, Guillaume J" userId="5c8697d1-60e8-4cfe-afe6-e8ad16fdab20" providerId="ADAL" clId="{9B2708CE-18F7-434D-B4DB-BBE1F19B7789}" dt="2024-05-23T23:20:14.973" v="91" actId="478"/>
          <ac:spMkLst>
            <pc:docMk/>
            <pc:sldMk cId="0" sldId="257"/>
            <ac:spMk id="2" creationId="{E7623259-58EA-7A7C-D102-C3DE8F88BA0C}"/>
          </ac:spMkLst>
        </pc:spChg>
      </pc:sldChg>
      <pc:sldChg chg="del">
        <pc:chgData name="Amann, Guillaume J" userId="5c8697d1-60e8-4cfe-afe6-e8ad16fdab20" providerId="ADAL" clId="{9B2708CE-18F7-434D-B4DB-BBE1F19B7789}" dt="2024-05-23T23:20:36.196" v="94" actId="2696"/>
        <pc:sldMkLst>
          <pc:docMk/>
          <pc:sldMk cId="572534859" sldId="302"/>
        </pc:sldMkLst>
      </pc:sldChg>
      <pc:sldChg chg="del">
        <pc:chgData name="Amann, Guillaume J" userId="5c8697d1-60e8-4cfe-afe6-e8ad16fdab20" providerId="ADAL" clId="{9B2708CE-18F7-434D-B4DB-BBE1F19B7789}" dt="2024-05-24T16:17:01.019" v="579" actId="2696"/>
        <pc:sldMkLst>
          <pc:docMk/>
          <pc:sldMk cId="567083183" sldId="349"/>
        </pc:sldMkLst>
      </pc:sldChg>
      <pc:sldChg chg="addSp delSp modSp new mod">
        <pc:chgData name="Amann, Guillaume J" userId="5c8697d1-60e8-4cfe-afe6-e8ad16fdab20" providerId="ADAL" clId="{9B2708CE-18F7-434D-B4DB-BBE1F19B7789}" dt="2024-05-23T23:42:44.763" v="556" actId="3064"/>
        <pc:sldMkLst>
          <pc:docMk/>
          <pc:sldMk cId="3153524923" sldId="401"/>
        </pc:sldMkLst>
        <pc:spChg chg="del">
          <ac:chgData name="Amann, Guillaume J" userId="5c8697d1-60e8-4cfe-afe6-e8ad16fdab20" providerId="ADAL" clId="{9B2708CE-18F7-434D-B4DB-BBE1F19B7789}" dt="2024-05-23T23:20:33.039" v="92" actId="478"/>
          <ac:spMkLst>
            <pc:docMk/>
            <pc:sldMk cId="3153524923" sldId="401"/>
            <ac:spMk id="2" creationId="{AAFA942A-44EE-15D3-4C5A-8FD371209C09}"/>
          </ac:spMkLst>
        </pc:spChg>
        <pc:spChg chg="mod">
          <ac:chgData name="Amann, Guillaume J" userId="5c8697d1-60e8-4cfe-afe6-e8ad16fdab20" providerId="ADAL" clId="{9B2708CE-18F7-434D-B4DB-BBE1F19B7789}" dt="2024-05-23T22:50:19.475" v="66" actId="113"/>
          <ac:spMkLst>
            <pc:docMk/>
            <pc:sldMk cId="3153524923" sldId="401"/>
            <ac:spMk id="4" creationId="{D735AE92-35B1-C0D5-76AB-6A670B611CAD}"/>
          </ac:spMkLst>
        </pc:spChg>
        <pc:spChg chg="add del mod">
          <ac:chgData name="Amann, Guillaume J" userId="5c8697d1-60e8-4cfe-afe6-e8ad16fdab20" providerId="ADAL" clId="{9B2708CE-18F7-434D-B4DB-BBE1F19B7789}" dt="2024-05-23T23:31:35.369" v="295" actId="478"/>
          <ac:spMkLst>
            <pc:docMk/>
            <pc:sldMk cId="3153524923" sldId="401"/>
            <ac:spMk id="5" creationId="{FE94B85F-9EA8-B3B0-3CEB-6080716A971F}"/>
          </ac:spMkLst>
        </pc:spChg>
        <pc:spChg chg="add mod">
          <ac:chgData name="Amann, Guillaume J" userId="5c8697d1-60e8-4cfe-afe6-e8ad16fdab20" providerId="ADAL" clId="{9B2708CE-18F7-434D-B4DB-BBE1F19B7789}" dt="2024-05-23T23:42:44.763" v="556" actId="3064"/>
          <ac:spMkLst>
            <pc:docMk/>
            <pc:sldMk cId="3153524923" sldId="401"/>
            <ac:spMk id="6" creationId="{A595D64D-B4E0-0424-5DC7-71D7E0D122BD}"/>
          </ac:spMkLst>
        </pc:spChg>
      </pc:sldChg>
      <pc:sldChg chg="del">
        <pc:chgData name="Amann, Guillaume J" userId="5c8697d1-60e8-4cfe-afe6-e8ad16fdab20" providerId="ADAL" clId="{9B2708CE-18F7-434D-B4DB-BBE1F19B7789}" dt="2024-05-23T22:50:49.874" v="67" actId="2696"/>
        <pc:sldMkLst>
          <pc:docMk/>
          <pc:sldMk cId="884143671" sldId="402"/>
        </pc:sldMkLst>
      </pc:sldChg>
      <pc:sldChg chg="addSp delSp modSp new mod">
        <pc:chgData name="Amann, Guillaume J" userId="5c8697d1-60e8-4cfe-afe6-e8ad16fdab20" providerId="ADAL" clId="{9B2708CE-18F7-434D-B4DB-BBE1F19B7789}" dt="2024-05-23T23:45:18.640" v="571" actId="13900"/>
        <pc:sldMkLst>
          <pc:docMk/>
          <pc:sldMk cId="1617109669" sldId="402"/>
        </pc:sldMkLst>
        <pc:spChg chg="del">
          <ac:chgData name="Amann, Guillaume J" userId="5c8697d1-60e8-4cfe-afe6-e8ad16fdab20" providerId="ADAL" clId="{9B2708CE-18F7-434D-B4DB-BBE1F19B7789}" dt="2024-05-23T23:43:47.567" v="560" actId="478"/>
          <ac:spMkLst>
            <pc:docMk/>
            <pc:sldMk cId="1617109669" sldId="402"/>
            <ac:spMk id="2" creationId="{CD6FD078-5778-9907-998C-ACD26BAA573D}"/>
          </ac:spMkLst>
        </pc:spChg>
        <pc:spChg chg="mod">
          <ac:chgData name="Amann, Guillaume J" userId="5c8697d1-60e8-4cfe-afe6-e8ad16fdab20" providerId="ADAL" clId="{9B2708CE-18F7-434D-B4DB-BBE1F19B7789}" dt="2024-05-23T23:43:40.480" v="559"/>
          <ac:spMkLst>
            <pc:docMk/>
            <pc:sldMk cId="1617109669" sldId="402"/>
            <ac:spMk id="4" creationId="{6C1B4E09-4979-0EC8-32E4-4A620B14E7CA}"/>
          </ac:spMkLst>
        </pc:spChg>
        <pc:spChg chg="add mod">
          <ac:chgData name="Amann, Guillaume J" userId="5c8697d1-60e8-4cfe-afe6-e8ad16fdab20" providerId="ADAL" clId="{9B2708CE-18F7-434D-B4DB-BBE1F19B7789}" dt="2024-05-23T23:45:18.640" v="571" actId="13900"/>
          <ac:spMkLst>
            <pc:docMk/>
            <pc:sldMk cId="1617109669" sldId="402"/>
            <ac:spMk id="5" creationId="{45492EF3-7FDC-A2F4-FCC0-47B7CB2672D0}"/>
          </ac:spMkLst>
        </pc:spChg>
      </pc:sldChg>
      <pc:sldChg chg="modSp new del mod">
        <pc:chgData name="Amann, Guillaume J" userId="5c8697d1-60e8-4cfe-afe6-e8ad16fdab20" providerId="ADAL" clId="{9B2708CE-18F7-434D-B4DB-BBE1F19B7789}" dt="2024-05-23T23:19:09.513" v="84" actId="2696"/>
        <pc:sldMkLst>
          <pc:docMk/>
          <pc:sldMk cId="2183144102" sldId="402"/>
        </pc:sldMkLst>
        <pc:spChg chg="mod">
          <ac:chgData name="Amann, Guillaume J" userId="5c8697d1-60e8-4cfe-afe6-e8ad16fdab20" providerId="ADAL" clId="{9B2708CE-18F7-434D-B4DB-BBE1F19B7789}" dt="2024-05-23T23:19:04.021" v="83" actId="20577"/>
          <ac:spMkLst>
            <pc:docMk/>
            <pc:sldMk cId="2183144102" sldId="402"/>
            <ac:spMk id="4" creationId="{99BC4E58-3997-1452-E256-16F4E22252B4}"/>
          </ac:spMkLst>
        </pc:spChg>
      </pc:sldChg>
      <pc:sldMasterChg chg="addSp modSp mod addSldLayout modSldLayout">
        <pc:chgData name="Amann, Guillaume J" userId="5c8697d1-60e8-4cfe-afe6-e8ad16fdab20" providerId="ADAL" clId="{9B2708CE-18F7-434D-B4DB-BBE1F19B7789}" dt="2024-05-23T23:46:25.373" v="578"/>
        <pc:sldMasterMkLst>
          <pc:docMk/>
          <pc:sldMasterMk cId="0" sldId="2147483648"/>
        </pc:sldMasterMkLst>
        <pc:spChg chg="add mod">
          <ac:chgData name="Amann, Guillaume J" userId="5c8697d1-60e8-4cfe-afe6-e8ad16fdab20" providerId="ADAL" clId="{9B2708CE-18F7-434D-B4DB-BBE1F19B7789}" dt="2024-05-23T23:45:45.834" v="572"/>
          <ac:spMkLst>
            <pc:docMk/>
            <pc:sldMasterMk cId="0" sldId="2147483648"/>
            <ac:spMk id="7" creationId="{AAA6C591-91F3-8AB2-EEDC-C3D3CE172EE6}"/>
          </ac:spMkLst>
        </pc:spChg>
        <pc:spChg chg="mod">
          <ac:chgData name="Amann, Guillaume J" userId="5c8697d1-60e8-4cfe-afe6-e8ad16fdab20" providerId="ADAL" clId="{9B2708CE-18F7-434D-B4DB-BBE1F19B7789}" dt="2024-05-23T22:49:20.563" v="47" actId="113"/>
          <ac:spMkLst>
            <pc:docMk/>
            <pc:sldMasterMk cId="0" sldId="2147483648"/>
            <ac:spMk id="6146" creationId="{00000000-0000-0000-0000-000000000000}"/>
          </ac:spMkLst>
        </pc:spChg>
        <pc:picChg chg="mod modCrop">
          <ac:chgData name="Amann, Guillaume J" userId="5c8697d1-60e8-4cfe-afe6-e8ad16fdab20" providerId="ADAL" clId="{9B2708CE-18F7-434D-B4DB-BBE1F19B7789}" dt="2024-05-23T22:42:19.184" v="26" actId="34135"/>
          <ac:picMkLst>
            <pc:docMk/>
            <pc:sldMasterMk cId="0" sldId="2147483648"/>
            <ac:picMk id="2" creationId="{8388A8DC-D593-AC7C-50C8-17CF8157046D}"/>
          </ac:picMkLst>
        </pc:picChg>
        <pc:sldLayoutChg chg="modSp mod">
          <pc:chgData name="Amann, Guillaume J" userId="5c8697d1-60e8-4cfe-afe6-e8ad16fdab20" providerId="ADAL" clId="{9B2708CE-18F7-434D-B4DB-BBE1F19B7789}" dt="2024-05-23T22:49:05.057" v="44" actId="34135"/>
          <pc:sldLayoutMkLst>
            <pc:docMk/>
            <pc:sldMasterMk cId="0" sldId="2147483648"/>
            <pc:sldLayoutMk cId="0" sldId="2147483951"/>
          </pc:sldLayoutMkLst>
          <pc:spChg chg="mod">
            <ac:chgData name="Amann, Guillaume J" userId="5c8697d1-60e8-4cfe-afe6-e8ad16fdab20" providerId="ADAL" clId="{9B2708CE-18F7-434D-B4DB-BBE1F19B7789}" dt="2024-05-23T22:49:05.057" v="44" actId="34135"/>
            <ac:spMkLst>
              <pc:docMk/>
              <pc:sldMasterMk cId="0" sldId="2147483648"/>
              <pc:sldLayoutMk cId="0" sldId="2147483951"/>
              <ac:spMk id="5" creationId="{6167ACF6-2B2F-5A82-1288-E5C5FB2C33C7}"/>
            </ac:spMkLst>
          </pc:spChg>
        </pc:sldLayoutChg>
        <pc:sldLayoutChg chg="addSp delSp modSp mod">
          <pc:chgData name="Amann, Guillaume J" userId="5c8697d1-60e8-4cfe-afe6-e8ad16fdab20" providerId="ADAL" clId="{9B2708CE-18F7-434D-B4DB-BBE1F19B7789}" dt="2024-05-23T23:18:50.224" v="69" actId="255"/>
          <pc:sldLayoutMkLst>
            <pc:docMk/>
            <pc:sldMasterMk cId="0" sldId="2147483648"/>
            <pc:sldLayoutMk cId="0" sldId="2147483952"/>
          </pc:sldLayoutMkLst>
          <pc:spChg chg="del mod">
            <ac:chgData name="Amann, Guillaume J" userId="5c8697d1-60e8-4cfe-afe6-e8ad16fdab20" providerId="ADAL" clId="{9B2708CE-18F7-434D-B4DB-BBE1F19B7789}" dt="2024-05-23T22:42:29.437" v="28" actId="478"/>
            <ac:spMkLst>
              <pc:docMk/>
              <pc:sldMasterMk cId="0" sldId="2147483648"/>
              <pc:sldLayoutMk cId="0" sldId="2147483952"/>
              <ac:spMk id="2" creationId="{7A1139F2-721D-B3A2-8792-BB5C53B881D8}"/>
            </ac:spMkLst>
          </pc:spChg>
          <pc:spChg chg="add mod">
            <ac:chgData name="Amann, Guillaume J" userId="5c8697d1-60e8-4cfe-afe6-e8ad16fdab20" providerId="ADAL" clId="{9B2708CE-18F7-434D-B4DB-BBE1F19B7789}" dt="2024-05-23T22:42:43.083" v="30" actId="34135"/>
            <ac:spMkLst>
              <pc:docMk/>
              <pc:sldMasterMk cId="0" sldId="2147483648"/>
              <pc:sldLayoutMk cId="0" sldId="2147483952"/>
              <ac:spMk id="4" creationId="{253D594E-14FE-ADFC-BD49-CA700C6861D3}"/>
            </ac:spMkLst>
          </pc:spChg>
          <pc:spChg chg="mod">
            <ac:chgData name="Amann, Guillaume J" userId="5c8697d1-60e8-4cfe-afe6-e8ad16fdab20" providerId="ADAL" clId="{9B2708CE-18F7-434D-B4DB-BBE1F19B7789}" dt="2024-05-23T23:18:50.224" v="69" actId="255"/>
            <ac:spMkLst>
              <pc:docMk/>
              <pc:sldMasterMk cId="0" sldId="2147483648"/>
              <pc:sldLayoutMk cId="0" sldId="2147483952"/>
              <ac:spMk id="5" creationId="{00000000-0000-0000-0000-000000000000}"/>
            </ac:spMkLst>
          </pc:spChg>
        </pc:sldLayoutChg>
        <pc:sldLayoutChg chg="addSp delSp modSp new mod">
          <pc:chgData name="Amann, Guillaume J" userId="5c8697d1-60e8-4cfe-afe6-e8ad16fdab20" providerId="ADAL" clId="{9B2708CE-18F7-434D-B4DB-BBE1F19B7789}" dt="2024-05-23T23:46:25.373" v="578"/>
          <pc:sldLayoutMkLst>
            <pc:docMk/>
            <pc:sldMasterMk cId="0" sldId="2147483648"/>
            <pc:sldLayoutMk cId="3774409052" sldId="2147483954"/>
          </pc:sldLayoutMkLst>
          <pc:spChg chg="del">
            <ac:chgData name="Amann, Guillaume J" userId="5c8697d1-60e8-4cfe-afe6-e8ad16fdab20" providerId="ADAL" clId="{9B2708CE-18F7-434D-B4DB-BBE1F19B7789}" dt="2024-05-23T23:46:13.420" v="577" actId="478"/>
            <ac:spMkLst>
              <pc:docMk/>
              <pc:sldMasterMk cId="0" sldId="2147483648"/>
              <pc:sldLayoutMk cId="3774409052" sldId="2147483954"/>
              <ac:spMk id="3" creationId="{89A46DDF-E0B9-AB43-D22E-ACB2CE14EE3C}"/>
            </ac:spMkLst>
          </pc:spChg>
          <pc:spChg chg="add mod">
            <ac:chgData name="Amann, Guillaume J" userId="5c8697d1-60e8-4cfe-afe6-e8ad16fdab20" providerId="ADAL" clId="{9B2708CE-18F7-434D-B4DB-BBE1F19B7789}" dt="2024-05-23T23:46:09.664" v="576"/>
            <ac:spMkLst>
              <pc:docMk/>
              <pc:sldMasterMk cId="0" sldId="2147483648"/>
              <pc:sldLayoutMk cId="3774409052" sldId="2147483954"/>
              <ac:spMk id="5" creationId="{89B35AAF-C520-7E5D-5966-F9961968FC0E}"/>
            </ac:spMkLst>
          </pc:spChg>
          <pc:cxnChg chg="add mod">
            <ac:chgData name="Amann, Guillaume J" userId="5c8697d1-60e8-4cfe-afe6-e8ad16fdab20" providerId="ADAL" clId="{9B2708CE-18F7-434D-B4DB-BBE1F19B7789}" dt="2024-05-23T23:46:25.373" v="578"/>
            <ac:cxnSpMkLst>
              <pc:docMk/>
              <pc:sldMasterMk cId="0" sldId="2147483648"/>
              <pc:sldLayoutMk cId="3774409052" sldId="2147483954"/>
              <ac:cxnSpMk id="6" creationId="{D9230A8E-447B-4A0B-60F1-FF1FA8CB7F60}"/>
            </ac:cxnSpMkLst>
          </pc:cxnChg>
        </pc:sldLayoutChg>
      </pc:sldMasterChg>
      <pc:sldMasterChg chg="new del mod addSldLayout delSldLayout">
        <pc:chgData name="Amann, Guillaume J" userId="5c8697d1-60e8-4cfe-afe6-e8ad16fdab20" providerId="ADAL" clId="{9B2708CE-18F7-434D-B4DB-BBE1F19B7789}" dt="2024-05-23T23:46:04.350" v="574" actId="6938"/>
        <pc:sldMasterMkLst>
          <pc:docMk/>
          <pc:sldMasterMk cId="1283326314" sldId="2147483954"/>
        </pc:sldMasterMkLst>
        <pc:sldLayoutChg chg="new del replId">
          <pc:chgData name="Amann, Guillaume J" userId="5c8697d1-60e8-4cfe-afe6-e8ad16fdab20" providerId="ADAL" clId="{9B2708CE-18F7-434D-B4DB-BBE1F19B7789}" dt="2024-05-23T23:46:04.350" v="574" actId="6938"/>
          <pc:sldLayoutMkLst>
            <pc:docMk/>
            <pc:sldMasterMk cId="1283326314" sldId="2147483954"/>
            <pc:sldLayoutMk cId="2884792910" sldId="2147483955"/>
          </pc:sldLayoutMkLst>
        </pc:sldLayoutChg>
        <pc:sldLayoutChg chg="new del replId">
          <pc:chgData name="Amann, Guillaume J" userId="5c8697d1-60e8-4cfe-afe6-e8ad16fdab20" providerId="ADAL" clId="{9B2708CE-18F7-434D-B4DB-BBE1F19B7789}" dt="2024-05-23T23:46:04.350" v="574" actId="6938"/>
          <pc:sldLayoutMkLst>
            <pc:docMk/>
            <pc:sldMasterMk cId="1283326314" sldId="2147483954"/>
            <pc:sldLayoutMk cId="2562932361" sldId="2147483956"/>
          </pc:sldLayoutMkLst>
        </pc:sldLayoutChg>
        <pc:sldLayoutChg chg="new del replId">
          <pc:chgData name="Amann, Guillaume J" userId="5c8697d1-60e8-4cfe-afe6-e8ad16fdab20" providerId="ADAL" clId="{9B2708CE-18F7-434D-B4DB-BBE1F19B7789}" dt="2024-05-23T23:46:04.350" v="574" actId="6938"/>
          <pc:sldLayoutMkLst>
            <pc:docMk/>
            <pc:sldMasterMk cId="1283326314" sldId="2147483954"/>
            <pc:sldLayoutMk cId="3089447309" sldId="2147483957"/>
          </pc:sldLayoutMkLst>
        </pc:sldLayoutChg>
        <pc:sldLayoutChg chg="new del replId">
          <pc:chgData name="Amann, Guillaume J" userId="5c8697d1-60e8-4cfe-afe6-e8ad16fdab20" providerId="ADAL" clId="{9B2708CE-18F7-434D-B4DB-BBE1F19B7789}" dt="2024-05-23T23:46:04.350" v="574" actId="6938"/>
          <pc:sldLayoutMkLst>
            <pc:docMk/>
            <pc:sldMasterMk cId="1283326314" sldId="2147483954"/>
            <pc:sldLayoutMk cId="3290758145" sldId="2147483958"/>
          </pc:sldLayoutMkLst>
        </pc:sldLayoutChg>
        <pc:sldLayoutChg chg="new del replId">
          <pc:chgData name="Amann, Guillaume J" userId="5c8697d1-60e8-4cfe-afe6-e8ad16fdab20" providerId="ADAL" clId="{9B2708CE-18F7-434D-B4DB-BBE1F19B7789}" dt="2024-05-23T23:46:04.350" v="574" actId="6938"/>
          <pc:sldLayoutMkLst>
            <pc:docMk/>
            <pc:sldMasterMk cId="1283326314" sldId="2147483954"/>
            <pc:sldLayoutMk cId="1296824843" sldId="2147483959"/>
          </pc:sldLayoutMkLst>
        </pc:sldLayoutChg>
        <pc:sldLayoutChg chg="new del replId">
          <pc:chgData name="Amann, Guillaume J" userId="5c8697d1-60e8-4cfe-afe6-e8ad16fdab20" providerId="ADAL" clId="{9B2708CE-18F7-434D-B4DB-BBE1F19B7789}" dt="2024-05-23T23:46:04.350" v="574" actId="6938"/>
          <pc:sldLayoutMkLst>
            <pc:docMk/>
            <pc:sldMasterMk cId="1283326314" sldId="2147483954"/>
            <pc:sldLayoutMk cId="2928693267" sldId="2147483960"/>
          </pc:sldLayoutMkLst>
        </pc:sldLayoutChg>
        <pc:sldLayoutChg chg="new del replId">
          <pc:chgData name="Amann, Guillaume J" userId="5c8697d1-60e8-4cfe-afe6-e8ad16fdab20" providerId="ADAL" clId="{9B2708CE-18F7-434D-B4DB-BBE1F19B7789}" dt="2024-05-23T23:46:04.350" v="574" actId="6938"/>
          <pc:sldLayoutMkLst>
            <pc:docMk/>
            <pc:sldMasterMk cId="1283326314" sldId="2147483954"/>
            <pc:sldLayoutMk cId="2358923537" sldId="2147483961"/>
          </pc:sldLayoutMkLst>
        </pc:sldLayoutChg>
        <pc:sldLayoutChg chg="new del replId">
          <pc:chgData name="Amann, Guillaume J" userId="5c8697d1-60e8-4cfe-afe6-e8ad16fdab20" providerId="ADAL" clId="{9B2708CE-18F7-434D-B4DB-BBE1F19B7789}" dt="2024-05-23T23:46:04.350" v="574" actId="6938"/>
          <pc:sldLayoutMkLst>
            <pc:docMk/>
            <pc:sldMasterMk cId="1283326314" sldId="2147483954"/>
            <pc:sldLayoutMk cId="4168219559" sldId="2147483962"/>
          </pc:sldLayoutMkLst>
        </pc:sldLayoutChg>
        <pc:sldLayoutChg chg="new del replId">
          <pc:chgData name="Amann, Guillaume J" userId="5c8697d1-60e8-4cfe-afe6-e8ad16fdab20" providerId="ADAL" clId="{9B2708CE-18F7-434D-B4DB-BBE1F19B7789}" dt="2024-05-23T23:46:04.350" v="574" actId="6938"/>
          <pc:sldLayoutMkLst>
            <pc:docMk/>
            <pc:sldMasterMk cId="1283326314" sldId="2147483954"/>
            <pc:sldLayoutMk cId="3895546360" sldId="2147483963"/>
          </pc:sldLayoutMkLst>
        </pc:sldLayoutChg>
        <pc:sldLayoutChg chg="new del replId">
          <pc:chgData name="Amann, Guillaume J" userId="5c8697d1-60e8-4cfe-afe6-e8ad16fdab20" providerId="ADAL" clId="{9B2708CE-18F7-434D-B4DB-BBE1F19B7789}" dt="2024-05-23T23:46:04.350" v="574" actId="6938"/>
          <pc:sldLayoutMkLst>
            <pc:docMk/>
            <pc:sldMasterMk cId="1283326314" sldId="2147483954"/>
            <pc:sldLayoutMk cId="928190682" sldId="2147483964"/>
          </pc:sldLayoutMkLst>
        </pc:sldLayoutChg>
        <pc:sldLayoutChg chg="new del replId">
          <pc:chgData name="Amann, Guillaume J" userId="5c8697d1-60e8-4cfe-afe6-e8ad16fdab20" providerId="ADAL" clId="{9B2708CE-18F7-434D-B4DB-BBE1F19B7789}" dt="2024-05-23T23:46:04.350" v="574" actId="6938"/>
          <pc:sldLayoutMkLst>
            <pc:docMk/>
            <pc:sldMasterMk cId="1283326314" sldId="2147483954"/>
            <pc:sldLayoutMk cId="4079338919" sldId="2147483965"/>
          </pc:sldLayoutMkLst>
        </pc:sldLayoutChg>
      </pc:sldMasterChg>
    </pc:docChg>
  </pc:docChgLst>
  <pc:docChgLst>
    <pc:chgData name="Stuart, Sebastian W" userId="c302d82e-2c57-4b16-b4dc-13e5bef371bd" providerId="ADAL" clId="{82B63CB0-8B0D-4066-AAB0-441538802332}"/>
    <pc:docChg chg="undo custSel addSld delSld modSld sldOrd addMainMaster delMainMaster modMainMaster">
      <pc:chgData name="Stuart, Sebastian W" userId="c302d82e-2c57-4b16-b4dc-13e5bef371bd" providerId="ADAL" clId="{82B63CB0-8B0D-4066-AAB0-441538802332}" dt="2024-05-24T00:19:45.778" v="148" actId="47"/>
      <pc:docMkLst>
        <pc:docMk/>
      </pc:docMkLst>
      <pc:sldChg chg="modSp mod">
        <pc:chgData name="Stuart, Sebastian W" userId="c302d82e-2c57-4b16-b4dc-13e5bef371bd" providerId="ADAL" clId="{82B63CB0-8B0D-4066-AAB0-441538802332}" dt="2024-05-23T23:17:07.574" v="52" actId="404"/>
        <pc:sldMkLst>
          <pc:docMk/>
          <pc:sldMk cId="572534859" sldId="302"/>
        </pc:sldMkLst>
        <pc:spChg chg="mod">
          <ac:chgData name="Stuart, Sebastian W" userId="c302d82e-2c57-4b16-b4dc-13e5bef371bd" providerId="ADAL" clId="{82B63CB0-8B0D-4066-AAB0-441538802332}" dt="2024-05-23T23:17:07.574" v="52" actId="404"/>
          <ac:spMkLst>
            <pc:docMk/>
            <pc:sldMk cId="572534859" sldId="302"/>
            <ac:spMk id="13314" creationId="{00000000-0000-0000-0000-000000000000}"/>
          </ac:spMkLst>
        </pc:spChg>
      </pc:sldChg>
      <pc:sldChg chg="modSp mod">
        <pc:chgData name="Stuart, Sebastian W" userId="c302d82e-2c57-4b16-b4dc-13e5bef371bd" providerId="ADAL" clId="{82B63CB0-8B0D-4066-AAB0-441538802332}" dt="2024-05-23T23:17:00.173" v="51" actId="404"/>
        <pc:sldMkLst>
          <pc:docMk/>
          <pc:sldMk cId="567083183" sldId="349"/>
        </pc:sldMkLst>
        <pc:spChg chg="mod">
          <ac:chgData name="Stuart, Sebastian W" userId="c302d82e-2c57-4b16-b4dc-13e5bef371bd" providerId="ADAL" clId="{82B63CB0-8B0D-4066-AAB0-441538802332}" dt="2024-05-23T23:17:00.173" v="51" actId="404"/>
          <ac:spMkLst>
            <pc:docMk/>
            <pc:sldMk cId="567083183" sldId="349"/>
            <ac:spMk id="13314" creationId="{00000000-0000-0000-0000-000000000000}"/>
          </ac:spMkLst>
        </pc:spChg>
      </pc:sldChg>
      <pc:sldChg chg="modSp mod">
        <pc:chgData name="Stuart, Sebastian W" userId="c302d82e-2c57-4b16-b4dc-13e5bef371bd" providerId="ADAL" clId="{82B63CB0-8B0D-4066-AAB0-441538802332}" dt="2024-05-23T23:17:50.564" v="54" actId="2711"/>
        <pc:sldMkLst>
          <pc:docMk/>
          <pc:sldMk cId="2914474052" sldId="367"/>
        </pc:sldMkLst>
        <pc:spChg chg="mod">
          <ac:chgData name="Stuart, Sebastian W" userId="c302d82e-2c57-4b16-b4dc-13e5bef371bd" providerId="ADAL" clId="{82B63CB0-8B0D-4066-AAB0-441538802332}" dt="2024-05-23T23:17:50.564" v="54" actId="2711"/>
          <ac:spMkLst>
            <pc:docMk/>
            <pc:sldMk cId="2914474052" sldId="367"/>
            <ac:spMk id="13314" creationId="{00000000-0000-0000-0000-000000000000}"/>
          </ac:spMkLst>
        </pc:spChg>
      </pc:sldChg>
      <pc:sldChg chg="modSp mod">
        <pc:chgData name="Stuart, Sebastian W" userId="c302d82e-2c57-4b16-b4dc-13e5bef371bd" providerId="ADAL" clId="{82B63CB0-8B0D-4066-AAB0-441538802332}" dt="2024-05-23T23:39:56.953" v="145" actId="113"/>
        <pc:sldMkLst>
          <pc:docMk/>
          <pc:sldMk cId="3153524923" sldId="401"/>
        </pc:sldMkLst>
        <pc:spChg chg="mod">
          <ac:chgData name="Stuart, Sebastian W" userId="c302d82e-2c57-4b16-b4dc-13e5bef371bd" providerId="ADAL" clId="{82B63CB0-8B0D-4066-AAB0-441538802332}" dt="2024-05-23T23:18:43.987" v="60" actId="1076"/>
          <ac:spMkLst>
            <pc:docMk/>
            <pc:sldMk cId="3153524923" sldId="401"/>
            <ac:spMk id="2" creationId="{AAFA942A-44EE-15D3-4C5A-8FD371209C09}"/>
          </ac:spMkLst>
        </pc:spChg>
        <pc:spChg chg="mod">
          <ac:chgData name="Stuart, Sebastian W" userId="c302d82e-2c57-4b16-b4dc-13e5bef371bd" providerId="ADAL" clId="{82B63CB0-8B0D-4066-AAB0-441538802332}" dt="2024-05-23T23:18:25.598" v="57" actId="113"/>
          <ac:spMkLst>
            <pc:docMk/>
            <pc:sldMk cId="3153524923" sldId="401"/>
            <ac:spMk id="4" creationId="{D735AE92-35B1-C0D5-76AB-6A670B611CAD}"/>
          </ac:spMkLst>
        </pc:spChg>
        <pc:spChg chg="mod">
          <ac:chgData name="Stuart, Sebastian W" userId="c302d82e-2c57-4b16-b4dc-13e5bef371bd" providerId="ADAL" clId="{82B63CB0-8B0D-4066-AAB0-441538802332}" dt="2024-05-23T23:39:56.953" v="145" actId="113"/>
          <ac:spMkLst>
            <pc:docMk/>
            <pc:sldMk cId="3153524923" sldId="401"/>
            <ac:spMk id="6" creationId="{A595D64D-B4E0-0424-5DC7-71D7E0D122BD}"/>
          </ac:spMkLst>
        </pc:spChg>
      </pc:sldChg>
      <pc:sldChg chg="modSp new mod">
        <pc:chgData name="Stuart, Sebastian W" userId="c302d82e-2c57-4b16-b4dc-13e5bef371bd" providerId="ADAL" clId="{82B63CB0-8B0D-4066-AAB0-441538802332}" dt="2024-05-23T22:50:26.591" v="50" actId="20577"/>
        <pc:sldMkLst>
          <pc:docMk/>
          <pc:sldMk cId="884143671" sldId="402"/>
        </pc:sldMkLst>
        <pc:spChg chg="mod">
          <ac:chgData name="Stuart, Sebastian W" userId="c302d82e-2c57-4b16-b4dc-13e5bef371bd" providerId="ADAL" clId="{82B63CB0-8B0D-4066-AAB0-441538802332}" dt="2024-05-23T22:50:26.591" v="50" actId="20577"/>
          <ac:spMkLst>
            <pc:docMk/>
            <pc:sldMk cId="884143671" sldId="402"/>
            <ac:spMk id="4" creationId="{F5B14353-48C2-5E5C-4478-1E78795C15EE}"/>
          </ac:spMkLst>
        </pc:spChg>
      </pc:sldChg>
      <pc:sldChg chg="new del ord">
        <pc:chgData name="Stuart, Sebastian W" userId="c302d82e-2c57-4b16-b4dc-13e5bef371bd" providerId="ADAL" clId="{82B63CB0-8B0D-4066-AAB0-441538802332}" dt="2024-05-23T23:20:53.520" v="105" actId="47"/>
        <pc:sldMkLst>
          <pc:docMk/>
          <pc:sldMk cId="2408919985" sldId="402"/>
        </pc:sldMkLst>
      </pc:sldChg>
      <pc:sldChg chg="new del">
        <pc:chgData name="Stuart, Sebastian W" userId="c302d82e-2c57-4b16-b4dc-13e5bef371bd" providerId="ADAL" clId="{82B63CB0-8B0D-4066-AAB0-441538802332}" dt="2024-05-24T00:19:45.778" v="148" actId="47"/>
        <pc:sldMkLst>
          <pc:docMk/>
          <pc:sldMk cId="428704361" sldId="403"/>
        </pc:sldMkLst>
      </pc:sldChg>
      <pc:sldChg chg="new del">
        <pc:chgData name="Stuart, Sebastian W" userId="c302d82e-2c57-4b16-b4dc-13e5bef371bd" providerId="ADAL" clId="{82B63CB0-8B0D-4066-AAB0-441538802332}" dt="2024-05-23T23:20:54.616" v="106" actId="47"/>
        <pc:sldMkLst>
          <pc:docMk/>
          <pc:sldMk cId="4119070722" sldId="403"/>
        </pc:sldMkLst>
      </pc:sldChg>
      <pc:sldMasterChg chg="addSp delSp modSp mod addSldLayout modSldLayout sldLayoutOrd">
        <pc:chgData name="Stuart, Sebastian W" userId="c302d82e-2c57-4b16-b4dc-13e5bef371bd" providerId="ADAL" clId="{82B63CB0-8B0D-4066-AAB0-441538802332}" dt="2024-05-24T00:19:22.935" v="146" actId="1076"/>
        <pc:sldMasterMkLst>
          <pc:docMk/>
          <pc:sldMasterMk cId="0" sldId="2147483648"/>
        </pc:sldMasterMkLst>
        <pc:spChg chg="add mod">
          <ac:chgData name="Stuart, Sebastian W" userId="c302d82e-2c57-4b16-b4dc-13e5bef371bd" providerId="ADAL" clId="{82B63CB0-8B0D-4066-AAB0-441538802332}" dt="2024-05-23T23:21:52.490" v="122"/>
          <ac:spMkLst>
            <pc:docMk/>
            <pc:sldMasterMk cId="0" sldId="2147483648"/>
            <ac:spMk id="4" creationId="{4853580E-17DA-3834-62AA-B4938277A46E}"/>
          </ac:spMkLst>
        </pc:spChg>
        <pc:spChg chg="mod">
          <ac:chgData name="Stuart, Sebastian W" userId="c302d82e-2c57-4b16-b4dc-13e5bef371bd" providerId="ADAL" clId="{82B63CB0-8B0D-4066-AAB0-441538802332}" dt="2024-05-23T23:19:22.948" v="98" actId="20577"/>
          <ac:spMkLst>
            <pc:docMk/>
            <pc:sldMasterMk cId="0" sldId="2147483648"/>
            <ac:spMk id="8" creationId="{00000000-0000-0000-0000-000000000000}"/>
          </ac:spMkLst>
        </pc:spChg>
        <pc:spChg chg="mod">
          <ac:chgData name="Stuart, Sebastian W" userId="c302d82e-2c57-4b16-b4dc-13e5bef371bd" providerId="ADAL" clId="{82B63CB0-8B0D-4066-AAB0-441538802332}" dt="2024-05-23T23:20:30.472" v="100" actId="20577"/>
          <ac:spMkLst>
            <pc:docMk/>
            <pc:sldMasterMk cId="0" sldId="2147483648"/>
            <ac:spMk id="6146" creationId="{00000000-0000-0000-0000-000000000000}"/>
          </ac:spMkLst>
        </pc:spChg>
        <pc:picChg chg="mod">
          <ac:chgData name="Stuart, Sebastian W" userId="c302d82e-2c57-4b16-b4dc-13e5bef371bd" providerId="ADAL" clId="{82B63CB0-8B0D-4066-AAB0-441538802332}" dt="2024-05-23T22:38:59.847" v="35" actId="1076"/>
          <ac:picMkLst>
            <pc:docMk/>
            <pc:sldMasterMk cId="0" sldId="2147483648"/>
            <ac:picMk id="2" creationId="{8388A8DC-D593-AC7C-50C8-17CF8157046D}"/>
          </ac:picMkLst>
        </pc:picChg>
        <pc:picChg chg="del">
          <ac:chgData name="Stuart, Sebastian W" userId="c302d82e-2c57-4b16-b4dc-13e5bef371bd" providerId="ADAL" clId="{82B63CB0-8B0D-4066-AAB0-441538802332}" dt="2024-05-23T22:36:24.156" v="1" actId="478"/>
          <ac:picMkLst>
            <pc:docMk/>
            <pc:sldMasterMk cId="0" sldId="2147483648"/>
            <ac:picMk id="11" creationId="{36C71174-36FA-2C9A-3CBC-4BA2CDDD0EBB}"/>
          </ac:picMkLst>
        </pc:picChg>
        <pc:picChg chg="del">
          <ac:chgData name="Stuart, Sebastian W" userId="c302d82e-2c57-4b16-b4dc-13e5bef371bd" providerId="ADAL" clId="{82B63CB0-8B0D-4066-AAB0-441538802332}" dt="2024-05-23T22:36:01.259" v="0" actId="478"/>
          <ac:picMkLst>
            <pc:docMk/>
            <pc:sldMasterMk cId="0" sldId="2147483648"/>
            <ac:picMk id="17" creationId="{3917E272-3BEB-65CB-720E-AEC986AA58FD}"/>
          </ac:picMkLst>
        </pc:picChg>
        <pc:sldLayoutChg chg="addSp modSp mod">
          <pc:chgData name="Stuart, Sebastian W" userId="c302d82e-2c57-4b16-b4dc-13e5bef371bd" providerId="ADAL" clId="{82B63CB0-8B0D-4066-AAB0-441538802332}" dt="2024-05-23T22:38:14.379" v="32" actId="1036"/>
          <pc:sldLayoutMkLst>
            <pc:docMk/>
            <pc:sldMasterMk cId="0" sldId="2147483648"/>
            <pc:sldLayoutMk cId="0" sldId="2147483951"/>
          </pc:sldLayoutMkLst>
          <pc:spChg chg="add mod">
            <ac:chgData name="Stuart, Sebastian W" userId="c302d82e-2c57-4b16-b4dc-13e5bef371bd" providerId="ADAL" clId="{82B63CB0-8B0D-4066-AAB0-441538802332}" dt="2024-05-23T22:38:14.379" v="32" actId="1036"/>
            <ac:spMkLst>
              <pc:docMk/>
              <pc:sldMasterMk cId="0" sldId="2147483648"/>
              <pc:sldLayoutMk cId="0" sldId="2147483951"/>
              <ac:spMk id="5" creationId="{6167ACF6-2B2F-5A82-1288-E5C5FB2C33C7}"/>
            </ac:spMkLst>
          </pc:spChg>
          <pc:cxnChg chg="mod">
            <ac:chgData name="Stuart, Sebastian W" userId="c302d82e-2c57-4b16-b4dc-13e5bef371bd" providerId="ADAL" clId="{82B63CB0-8B0D-4066-AAB0-441538802332}" dt="2024-05-23T22:37:22.033" v="3" actId="14100"/>
            <ac:cxnSpMkLst>
              <pc:docMk/>
              <pc:sldMasterMk cId="0" sldId="2147483648"/>
              <pc:sldLayoutMk cId="0" sldId="2147483951"/>
              <ac:cxnSpMk id="12" creationId="{00000000-0000-0000-0000-000000000000}"/>
            </ac:cxnSpMkLst>
          </pc:cxnChg>
        </pc:sldLayoutChg>
        <pc:sldLayoutChg chg="addSp modSp mod">
          <pc:chgData name="Stuart, Sebastian W" userId="c302d82e-2c57-4b16-b4dc-13e5bef371bd" providerId="ADAL" clId="{82B63CB0-8B0D-4066-AAB0-441538802332}" dt="2024-05-24T00:19:22.935" v="146" actId="1076"/>
          <pc:sldLayoutMkLst>
            <pc:docMk/>
            <pc:sldMasterMk cId="0" sldId="2147483648"/>
            <pc:sldLayoutMk cId="0" sldId="2147483952"/>
          </pc:sldLayoutMkLst>
          <pc:spChg chg="add mod">
            <ac:chgData name="Stuart, Sebastian W" userId="c302d82e-2c57-4b16-b4dc-13e5bef371bd" providerId="ADAL" clId="{82B63CB0-8B0D-4066-AAB0-441538802332}" dt="2024-05-23T22:38:37.744" v="33"/>
            <ac:spMkLst>
              <pc:docMk/>
              <pc:sldMasterMk cId="0" sldId="2147483648"/>
              <pc:sldLayoutMk cId="0" sldId="2147483952"/>
              <ac:spMk id="2" creationId="{7A1139F2-721D-B3A2-8792-BB5C53B881D8}"/>
            </ac:spMkLst>
          </pc:spChg>
          <pc:spChg chg="mod">
            <ac:chgData name="Stuart, Sebastian W" userId="c302d82e-2c57-4b16-b4dc-13e5bef371bd" providerId="ADAL" clId="{82B63CB0-8B0D-4066-AAB0-441538802332}" dt="2024-05-24T00:19:22.935" v="146" actId="1076"/>
            <ac:spMkLst>
              <pc:docMk/>
              <pc:sldMasterMk cId="0" sldId="2147483648"/>
              <pc:sldLayoutMk cId="0" sldId="2147483952"/>
              <ac:spMk id="3" creationId="{00000000-0000-0000-0000-000000000000}"/>
            </ac:spMkLst>
          </pc:spChg>
          <pc:spChg chg="mod">
            <ac:chgData name="Stuart, Sebastian W" userId="c302d82e-2c57-4b16-b4dc-13e5bef371bd" providerId="ADAL" clId="{82B63CB0-8B0D-4066-AAB0-441538802332}" dt="2024-05-23T22:45:07.960" v="36" actId="1076"/>
            <ac:spMkLst>
              <pc:docMk/>
              <pc:sldMasterMk cId="0" sldId="2147483648"/>
              <pc:sldLayoutMk cId="0" sldId="2147483952"/>
              <ac:spMk id="5" creationId="{00000000-0000-0000-0000-000000000000}"/>
            </ac:spMkLst>
          </pc:spChg>
        </pc:sldLayoutChg>
        <pc:sldLayoutChg chg="delSp modSp new mod ord">
          <pc:chgData name="Stuart, Sebastian W" userId="c302d82e-2c57-4b16-b4dc-13e5bef371bd" providerId="ADAL" clId="{82B63CB0-8B0D-4066-AAB0-441538802332}" dt="2024-05-23T23:23:50.319" v="128" actId="478"/>
          <pc:sldLayoutMkLst>
            <pc:docMk/>
            <pc:sldMasterMk cId="0" sldId="2147483648"/>
            <pc:sldLayoutMk cId="144724589" sldId="2147483953"/>
          </pc:sldLayoutMkLst>
          <pc:spChg chg="del">
            <ac:chgData name="Stuart, Sebastian W" userId="c302d82e-2c57-4b16-b4dc-13e5bef371bd" providerId="ADAL" clId="{82B63CB0-8B0D-4066-AAB0-441538802332}" dt="2024-05-23T23:21:13.483" v="121" actId="478"/>
            <ac:spMkLst>
              <pc:docMk/>
              <pc:sldMasterMk cId="0" sldId="2147483648"/>
              <pc:sldLayoutMk cId="144724589" sldId="2147483953"/>
              <ac:spMk id="2" creationId="{36C93284-EB9B-EBE1-1340-82D63A602ADF}"/>
            </ac:spMkLst>
          </pc:spChg>
          <pc:spChg chg="del mod">
            <ac:chgData name="Stuart, Sebastian W" userId="c302d82e-2c57-4b16-b4dc-13e5bef371bd" providerId="ADAL" clId="{82B63CB0-8B0D-4066-AAB0-441538802332}" dt="2024-05-23T23:23:46.357" v="127" actId="478"/>
            <ac:spMkLst>
              <pc:docMk/>
              <pc:sldMasterMk cId="0" sldId="2147483648"/>
              <pc:sldLayoutMk cId="144724589" sldId="2147483953"/>
              <ac:spMk id="3" creationId="{9C066312-08E3-F97B-15E4-7303C51552CF}"/>
            </ac:spMkLst>
          </pc:spChg>
          <pc:spChg chg="del">
            <ac:chgData name="Stuart, Sebastian W" userId="c302d82e-2c57-4b16-b4dc-13e5bef371bd" providerId="ADAL" clId="{82B63CB0-8B0D-4066-AAB0-441538802332}" dt="2024-05-23T23:23:50.319" v="128" actId="478"/>
            <ac:spMkLst>
              <pc:docMk/>
              <pc:sldMasterMk cId="0" sldId="2147483648"/>
              <pc:sldLayoutMk cId="144724589" sldId="2147483953"/>
              <ac:spMk id="4" creationId="{B40E1AC8-C6AA-05A5-7E3E-D2C351108A2D}"/>
            </ac:spMkLst>
          </pc:spChg>
        </pc:sldLayoutChg>
      </pc:sldMasterChg>
      <pc:sldMasterChg chg="new del mod addSldLayout delSldLayout">
        <pc:chgData name="Stuart, Sebastian W" userId="c302d82e-2c57-4b16-b4dc-13e5bef371bd" providerId="ADAL" clId="{82B63CB0-8B0D-4066-AAB0-441538802332}" dt="2024-05-23T23:21:05.112" v="119" actId="2696"/>
        <pc:sldMasterMkLst>
          <pc:docMk/>
          <pc:sldMasterMk cId="3192312169" sldId="2147483953"/>
        </pc:sldMasterMkLst>
        <pc:sldLayoutChg chg="new del replId">
          <pc:chgData name="Stuart, Sebastian W" userId="c302d82e-2c57-4b16-b4dc-13e5bef371bd" providerId="ADAL" clId="{82B63CB0-8B0D-4066-AAB0-441538802332}" dt="2024-05-23T23:21:04.985" v="108" actId="2696"/>
          <pc:sldLayoutMkLst>
            <pc:docMk/>
            <pc:sldMasterMk cId="3192312169" sldId="2147483953"/>
            <pc:sldLayoutMk cId="2897968862" sldId="2147483954"/>
          </pc:sldLayoutMkLst>
        </pc:sldLayoutChg>
        <pc:sldLayoutChg chg="new del replId">
          <pc:chgData name="Stuart, Sebastian W" userId="c302d82e-2c57-4b16-b4dc-13e5bef371bd" providerId="ADAL" clId="{82B63CB0-8B0D-4066-AAB0-441538802332}" dt="2024-05-23T23:21:05" v="109" actId="2696"/>
          <pc:sldLayoutMkLst>
            <pc:docMk/>
            <pc:sldMasterMk cId="3192312169" sldId="2147483953"/>
            <pc:sldLayoutMk cId="2207439911" sldId="2147483955"/>
          </pc:sldLayoutMkLst>
        </pc:sldLayoutChg>
        <pc:sldLayoutChg chg="new del replId">
          <pc:chgData name="Stuart, Sebastian W" userId="c302d82e-2c57-4b16-b4dc-13e5bef371bd" providerId="ADAL" clId="{82B63CB0-8B0D-4066-AAB0-441538802332}" dt="2024-05-23T23:21:05.012" v="110" actId="2696"/>
          <pc:sldLayoutMkLst>
            <pc:docMk/>
            <pc:sldMasterMk cId="3192312169" sldId="2147483953"/>
            <pc:sldLayoutMk cId="2958456076" sldId="2147483956"/>
          </pc:sldLayoutMkLst>
        </pc:sldLayoutChg>
        <pc:sldLayoutChg chg="new del replId">
          <pc:chgData name="Stuart, Sebastian W" userId="c302d82e-2c57-4b16-b4dc-13e5bef371bd" providerId="ADAL" clId="{82B63CB0-8B0D-4066-AAB0-441538802332}" dt="2024-05-23T23:21:05.029" v="111" actId="2696"/>
          <pc:sldLayoutMkLst>
            <pc:docMk/>
            <pc:sldMasterMk cId="3192312169" sldId="2147483953"/>
            <pc:sldLayoutMk cId="2676565260" sldId="2147483957"/>
          </pc:sldLayoutMkLst>
        </pc:sldLayoutChg>
        <pc:sldLayoutChg chg="new del replId">
          <pc:chgData name="Stuart, Sebastian W" userId="c302d82e-2c57-4b16-b4dc-13e5bef371bd" providerId="ADAL" clId="{82B63CB0-8B0D-4066-AAB0-441538802332}" dt="2024-05-23T23:21:05.045" v="112" actId="2696"/>
          <pc:sldLayoutMkLst>
            <pc:docMk/>
            <pc:sldMasterMk cId="3192312169" sldId="2147483953"/>
            <pc:sldLayoutMk cId="1220955943" sldId="2147483958"/>
          </pc:sldLayoutMkLst>
        </pc:sldLayoutChg>
        <pc:sldLayoutChg chg="new del replId">
          <pc:chgData name="Stuart, Sebastian W" userId="c302d82e-2c57-4b16-b4dc-13e5bef371bd" providerId="ADAL" clId="{82B63CB0-8B0D-4066-AAB0-441538802332}" dt="2024-05-23T23:21:05.057" v="113" actId="2696"/>
          <pc:sldLayoutMkLst>
            <pc:docMk/>
            <pc:sldMasterMk cId="3192312169" sldId="2147483953"/>
            <pc:sldLayoutMk cId="2984860632" sldId="2147483959"/>
          </pc:sldLayoutMkLst>
        </pc:sldLayoutChg>
        <pc:sldLayoutChg chg="new del replId">
          <pc:chgData name="Stuart, Sebastian W" userId="c302d82e-2c57-4b16-b4dc-13e5bef371bd" providerId="ADAL" clId="{82B63CB0-8B0D-4066-AAB0-441538802332}" dt="2024-05-23T23:21:05.068" v="114" actId="2696"/>
          <pc:sldLayoutMkLst>
            <pc:docMk/>
            <pc:sldMasterMk cId="3192312169" sldId="2147483953"/>
            <pc:sldLayoutMk cId="2970498400" sldId="2147483960"/>
          </pc:sldLayoutMkLst>
        </pc:sldLayoutChg>
        <pc:sldLayoutChg chg="new del replId">
          <pc:chgData name="Stuart, Sebastian W" userId="c302d82e-2c57-4b16-b4dc-13e5bef371bd" providerId="ADAL" clId="{82B63CB0-8B0D-4066-AAB0-441538802332}" dt="2024-05-23T23:21:05.080" v="115" actId="2696"/>
          <pc:sldLayoutMkLst>
            <pc:docMk/>
            <pc:sldMasterMk cId="3192312169" sldId="2147483953"/>
            <pc:sldLayoutMk cId="2471284864" sldId="2147483961"/>
          </pc:sldLayoutMkLst>
        </pc:sldLayoutChg>
        <pc:sldLayoutChg chg="new del replId">
          <pc:chgData name="Stuart, Sebastian W" userId="c302d82e-2c57-4b16-b4dc-13e5bef371bd" providerId="ADAL" clId="{82B63CB0-8B0D-4066-AAB0-441538802332}" dt="2024-05-23T23:21:05.091" v="116" actId="2696"/>
          <pc:sldLayoutMkLst>
            <pc:docMk/>
            <pc:sldMasterMk cId="3192312169" sldId="2147483953"/>
            <pc:sldLayoutMk cId="195994861" sldId="2147483962"/>
          </pc:sldLayoutMkLst>
        </pc:sldLayoutChg>
        <pc:sldLayoutChg chg="new del replId">
          <pc:chgData name="Stuart, Sebastian W" userId="c302d82e-2c57-4b16-b4dc-13e5bef371bd" providerId="ADAL" clId="{82B63CB0-8B0D-4066-AAB0-441538802332}" dt="2024-05-23T23:21:05.099" v="117" actId="2696"/>
          <pc:sldLayoutMkLst>
            <pc:docMk/>
            <pc:sldMasterMk cId="3192312169" sldId="2147483953"/>
            <pc:sldLayoutMk cId="3889407441" sldId="2147483963"/>
          </pc:sldLayoutMkLst>
        </pc:sldLayoutChg>
        <pc:sldLayoutChg chg="new del replId">
          <pc:chgData name="Stuart, Sebastian W" userId="c302d82e-2c57-4b16-b4dc-13e5bef371bd" providerId="ADAL" clId="{82B63CB0-8B0D-4066-AAB0-441538802332}" dt="2024-05-23T23:21:05.107" v="118" actId="2696"/>
          <pc:sldLayoutMkLst>
            <pc:docMk/>
            <pc:sldMasterMk cId="3192312169" sldId="2147483953"/>
            <pc:sldLayoutMk cId="3444039227" sldId="2147483964"/>
          </pc:sldLayoutMkLst>
        </pc:sldLayoutChg>
      </pc:sldMasterChg>
    </pc:docChg>
  </pc:docChgLst>
  <pc:docChgLst>
    <pc:chgData name="Amann, Guillaume J" userId="5c8697d1-60e8-4cfe-afe6-e8ad16fdab20" providerId="ADAL" clId="{515DF0BE-2D3F-5C40-81CE-B5F73C6A8E50}"/>
    <pc:docChg chg="undo custSel modSld modMainMaster">
      <pc:chgData name="Amann, Guillaume J" userId="5c8697d1-60e8-4cfe-afe6-e8ad16fdab20" providerId="ADAL" clId="{515DF0BE-2D3F-5C40-81CE-B5F73C6A8E50}" dt="2024-05-27T23:16:14.518" v="97" actId="12"/>
      <pc:docMkLst>
        <pc:docMk/>
      </pc:docMkLst>
      <pc:sldChg chg="delSp modSp mod">
        <pc:chgData name="Amann, Guillaume J" userId="5c8697d1-60e8-4cfe-afe6-e8ad16fdab20" providerId="ADAL" clId="{515DF0BE-2D3F-5C40-81CE-B5F73C6A8E50}" dt="2024-05-27T23:15:33.522" v="94" actId="12"/>
        <pc:sldMkLst>
          <pc:docMk/>
          <pc:sldMk cId="3153524923" sldId="401"/>
        </pc:sldMkLst>
        <pc:spChg chg="del">
          <ac:chgData name="Amann, Guillaume J" userId="5c8697d1-60e8-4cfe-afe6-e8ad16fdab20" providerId="ADAL" clId="{515DF0BE-2D3F-5C40-81CE-B5F73C6A8E50}" dt="2024-05-27T21:46:34.169" v="90"/>
          <ac:spMkLst>
            <pc:docMk/>
            <pc:sldMk cId="3153524923" sldId="401"/>
            <ac:spMk id="3" creationId="{EA7A7D37-DBB2-A70F-1FF1-67CAFCE997CD}"/>
          </ac:spMkLst>
        </pc:spChg>
        <pc:spChg chg="mod">
          <ac:chgData name="Amann, Guillaume J" userId="5c8697d1-60e8-4cfe-afe6-e8ad16fdab20" providerId="ADAL" clId="{515DF0BE-2D3F-5C40-81CE-B5F73C6A8E50}" dt="2024-05-27T21:18:19.544" v="86" actId="20577"/>
          <ac:spMkLst>
            <pc:docMk/>
            <pc:sldMk cId="3153524923" sldId="401"/>
            <ac:spMk id="4" creationId="{D735AE92-35B1-C0D5-76AB-6A670B611CAD}"/>
          </ac:spMkLst>
        </pc:spChg>
        <pc:spChg chg="mod">
          <ac:chgData name="Amann, Guillaume J" userId="5c8697d1-60e8-4cfe-afe6-e8ad16fdab20" providerId="ADAL" clId="{515DF0BE-2D3F-5C40-81CE-B5F73C6A8E50}" dt="2024-05-27T23:15:33.522" v="94" actId="12"/>
          <ac:spMkLst>
            <pc:docMk/>
            <pc:sldMk cId="3153524923" sldId="401"/>
            <ac:spMk id="6" creationId="{A595D64D-B4E0-0424-5DC7-71D7E0D122BD}"/>
          </ac:spMkLst>
        </pc:spChg>
      </pc:sldChg>
      <pc:sldChg chg="delSp modSp mod">
        <pc:chgData name="Amann, Guillaume J" userId="5c8697d1-60e8-4cfe-afe6-e8ad16fdab20" providerId="ADAL" clId="{515DF0BE-2D3F-5C40-81CE-B5F73C6A8E50}" dt="2024-05-27T23:13:26.352" v="91" actId="403"/>
        <pc:sldMkLst>
          <pc:docMk/>
          <pc:sldMk cId="2077210056" sldId="403"/>
        </pc:sldMkLst>
        <pc:spChg chg="mod">
          <ac:chgData name="Amann, Guillaume J" userId="5c8697d1-60e8-4cfe-afe6-e8ad16fdab20" providerId="ADAL" clId="{515DF0BE-2D3F-5C40-81CE-B5F73C6A8E50}" dt="2024-05-27T23:13:26.352" v="91" actId="403"/>
          <ac:spMkLst>
            <pc:docMk/>
            <pc:sldMk cId="2077210056" sldId="403"/>
            <ac:spMk id="3" creationId="{0E999078-82A1-52A9-34F4-07E2D1282240}"/>
          </ac:spMkLst>
        </pc:spChg>
        <pc:spChg chg="del">
          <ac:chgData name="Amann, Guillaume J" userId="5c8697d1-60e8-4cfe-afe6-e8ad16fdab20" providerId="ADAL" clId="{515DF0BE-2D3F-5C40-81CE-B5F73C6A8E50}" dt="2024-05-27T21:46:34.169" v="90"/>
          <ac:spMkLst>
            <pc:docMk/>
            <pc:sldMk cId="2077210056" sldId="403"/>
            <ac:spMk id="4" creationId="{3940E941-FF0A-A2A6-786E-2269AA41380D}"/>
          </ac:spMkLst>
        </pc:spChg>
      </pc:sldChg>
      <pc:sldChg chg="delSp modSp mod">
        <pc:chgData name="Amann, Guillaume J" userId="5c8697d1-60e8-4cfe-afe6-e8ad16fdab20" providerId="ADAL" clId="{515DF0BE-2D3F-5C40-81CE-B5F73C6A8E50}" dt="2024-05-27T23:16:05.502" v="96" actId="12"/>
        <pc:sldMkLst>
          <pc:docMk/>
          <pc:sldMk cId="565120924" sldId="406"/>
        </pc:sldMkLst>
        <pc:spChg chg="del">
          <ac:chgData name="Amann, Guillaume J" userId="5c8697d1-60e8-4cfe-afe6-e8ad16fdab20" providerId="ADAL" clId="{515DF0BE-2D3F-5C40-81CE-B5F73C6A8E50}" dt="2024-05-27T21:46:34.169" v="90"/>
          <ac:spMkLst>
            <pc:docMk/>
            <pc:sldMk cId="565120924" sldId="406"/>
            <ac:spMk id="3" creationId="{EA7A7D37-DBB2-A70F-1FF1-67CAFCE997CD}"/>
          </ac:spMkLst>
        </pc:spChg>
        <pc:spChg chg="mod">
          <ac:chgData name="Amann, Guillaume J" userId="5c8697d1-60e8-4cfe-afe6-e8ad16fdab20" providerId="ADAL" clId="{515DF0BE-2D3F-5C40-81CE-B5F73C6A8E50}" dt="2024-05-27T23:16:05.502" v="96" actId="12"/>
          <ac:spMkLst>
            <pc:docMk/>
            <pc:sldMk cId="565120924" sldId="406"/>
            <ac:spMk id="6" creationId="{A595D64D-B4E0-0424-5DC7-71D7E0D122BD}"/>
          </ac:spMkLst>
        </pc:spChg>
      </pc:sldChg>
      <pc:sldChg chg="delSp modSp mod">
        <pc:chgData name="Amann, Guillaume J" userId="5c8697d1-60e8-4cfe-afe6-e8ad16fdab20" providerId="ADAL" clId="{515DF0BE-2D3F-5C40-81CE-B5F73C6A8E50}" dt="2024-05-27T23:16:14.518" v="97" actId="12"/>
        <pc:sldMkLst>
          <pc:docMk/>
          <pc:sldMk cId="1818865107" sldId="407"/>
        </pc:sldMkLst>
        <pc:spChg chg="del">
          <ac:chgData name="Amann, Guillaume J" userId="5c8697d1-60e8-4cfe-afe6-e8ad16fdab20" providerId="ADAL" clId="{515DF0BE-2D3F-5C40-81CE-B5F73C6A8E50}" dt="2024-05-27T21:46:34.169" v="90"/>
          <ac:spMkLst>
            <pc:docMk/>
            <pc:sldMk cId="1818865107" sldId="407"/>
            <ac:spMk id="3" creationId="{EA7A7D37-DBB2-A70F-1FF1-67CAFCE997CD}"/>
          </ac:spMkLst>
        </pc:spChg>
        <pc:spChg chg="mod">
          <ac:chgData name="Amann, Guillaume J" userId="5c8697d1-60e8-4cfe-afe6-e8ad16fdab20" providerId="ADAL" clId="{515DF0BE-2D3F-5C40-81CE-B5F73C6A8E50}" dt="2024-05-27T23:16:14.518" v="97" actId="12"/>
          <ac:spMkLst>
            <pc:docMk/>
            <pc:sldMk cId="1818865107" sldId="407"/>
            <ac:spMk id="6" creationId="{A595D64D-B4E0-0424-5DC7-71D7E0D122BD}"/>
          </ac:spMkLst>
        </pc:spChg>
      </pc:sldChg>
      <pc:sldChg chg="delSp modSp mod">
        <pc:chgData name="Amann, Guillaume J" userId="5c8697d1-60e8-4cfe-afe6-e8ad16fdab20" providerId="ADAL" clId="{515DF0BE-2D3F-5C40-81CE-B5F73C6A8E50}" dt="2024-05-27T23:15:55.976" v="95" actId="12"/>
        <pc:sldMkLst>
          <pc:docMk/>
          <pc:sldMk cId="3660141591" sldId="408"/>
        </pc:sldMkLst>
        <pc:spChg chg="del">
          <ac:chgData name="Amann, Guillaume J" userId="5c8697d1-60e8-4cfe-afe6-e8ad16fdab20" providerId="ADAL" clId="{515DF0BE-2D3F-5C40-81CE-B5F73C6A8E50}" dt="2024-05-27T21:46:34.169" v="90"/>
          <ac:spMkLst>
            <pc:docMk/>
            <pc:sldMk cId="3660141591" sldId="408"/>
            <ac:spMk id="3" creationId="{EA7A7D37-DBB2-A70F-1FF1-67CAFCE997CD}"/>
          </ac:spMkLst>
        </pc:spChg>
        <pc:spChg chg="mod">
          <ac:chgData name="Amann, Guillaume J" userId="5c8697d1-60e8-4cfe-afe6-e8ad16fdab20" providerId="ADAL" clId="{515DF0BE-2D3F-5C40-81CE-B5F73C6A8E50}" dt="2024-05-27T23:15:55.976" v="95" actId="12"/>
          <ac:spMkLst>
            <pc:docMk/>
            <pc:sldMk cId="3660141591" sldId="408"/>
            <ac:spMk id="6" creationId="{A595D64D-B4E0-0424-5DC7-71D7E0D122BD}"/>
          </ac:spMkLst>
        </pc:spChg>
      </pc:sldChg>
      <pc:sldMasterChg chg="delSp mod modSldLayout">
        <pc:chgData name="Amann, Guillaume J" userId="5c8697d1-60e8-4cfe-afe6-e8ad16fdab20" providerId="ADAL" clId="{515DF0BE-2D3F-5C40-81CE-B5F73C6A8E50}" dt="2024-05-27T21:18:52.554" v="89" actId="478"/>
        <pc:sldMasterMkLst>
          <pc:docMk/>
          <pc:sldMasterMk cId="0" sldId="2147483648"/>
        </pc:sldMasterMkLst>
        <pc:spChg chg="del">
          <ac:chgData name="Amann, Guillaume J" userId="5c8697d1-60e8-4cfe-afe6-e8ad16fdab20" providerId="ADAL" clId="{515DF0BE-2D3F-5C40-81CE-B5F73C6A8E50}" dt="2024-05-27T21:18:52.554" v="89" actId="478"/>
          <ac:spMkLst>
            <pc:docMk/>
            <pc:sldMasterMk cId="0" sldId="2147483648"/>
            <ac:spMk id="5" creationId="{00000000-0000-0000-0000-000000000000}"/>
          </ac:spMkLst>
        </pc:spChg>
        <pc:sldLayoutChg chg="addSp delSp modSp mod">
          <pc:chgData name="Amann, Guillaume J" userId="5c8697d1-60e8-4cfe-afe6-e8ad16fdab20" providerId="ADAL" clId="{515DF0BE-2D3F-5C40-81CE-B5F73C6A8E50}" dt="2024-05-27T21:18:45.201" v="88" actId="478"/>
          <pc:sldLayoutMkLst>
            <pc:docMk/>
            <pc:sldMasterMk cId="0" sldId="2147483648"/>
            <pc:sldLayoutMk cId="0" sldId="2147483951"/>
          </pc:sldLayoutMkLst>
          <pc:spChg chg="add mod">
            <ac:chgData name="Amann, Guillaume J" userId="5c8697d1-60e8-4cfe-afe6-e8ad16fdab20" providerId="ADAL" clId="{515DF0BE-2D3F-5C40-81CE-B5F73C6A8E50}" dt="2024-05-27T20:46:16.590" v="83"/>
            <ac:spMkLst>
              <pc:docMk/>
              <pc:sldMasterMk cId="0" sldId="2147483648"/>
              <pc:sldLayoutMk cId="0" sldId="2147483951"/>
              <ac:spMk id="6" creationId="{3A2841F4-8EE8-BFF6-0C6E-BFCD84E55A14}"/>
            </ac:spMkLst>
          </pc:spChg>
          <pc:spChg chg="del">
            <ac:chgData name="Amann, Guillaume J" userId="5c8697d1-60e8-4cfe-afe6-e8ad16fdab20" providerId="ADAL" clId="{515DF0BE-2D3F-5C40-81CE-B5F73C6A8E50}" dt="2024-05-27T21:18:45.201" v="88" actId="478"/>
            <ac:spMkLst>
              <pc:docMk/>
              <pc:sldMasterMk cId="0" sldId="2147483648"/>
              <pc:sldLayoutMk cId="0" sldId="2147483951"/>
              <ac:spMk id="8" creationId="{00000000-0000-0000-0000-000000000000}"/>
            </ac:spMkLst>
          </pc:spChg>
          <pc:spChg chg="del">
            <ac:chgData name="Amann, Guillaume J" userId="5c8697d1-60e8-4cfe-afe6-e8ad16fdab20" providerId="ADAL" clId="{515DF0BE-2D3F-5C40-81CE-B5F73C6A8E50}" dt="2024-05-27T20:46:02.477" v="82" actId="21"/>
            <ac:spMkLst>
              <pc:docMk/>
              <pc:sldMasterMk cId="0" sldId="2147483648"/>
              <pc:sldLayoutMk cId="0" sldId="2147483951"/>
              <ac:spMk id="13" creationId="{00000000-0000-0000-0000-000000000000}"/>
            </ac:spMkLst>
          </pc:spChg>
          <pc:cxnChg chg="add mod">
            <ac:chgData name="Amann, Guillaume J" userId="5c8697d1-60e8-4cfe-afe6-e8ad16fdab20" providerId="ADAL" clId="{515DF0BE-2D3F-5C40-81CE-B5F73C6A8E50}" dt="2024-05-27T20:46:16.590" v="83"/>
            <ac:cxnSpMkLst>
              <pc:docMk/>
              <pc:sldMasterMk cId="0" sldId="2147483648"/>
              <pc:sldLayoutMk cId="0" sldId="2147483951"/>
              <ac:cxnSpMk id="4" creationId="{01FFC7A6-C079-EC67-BAE6-4FDC855B274B}"/>
            </ac:cxnSpMkLst>
          </pc:cxnChg>
          <pc:cxnChg chg="del">
            <ac:chgData name="Amann, Guillaume J" userId="5c8697d1-60e8-4cfe-afe6-e8ad16fdab20" providerId="ADAL" clId="{515DF0BE-2D3F-5C40-81CE-B5F73C6A8E50}" dt="2024-05-27T20:46:02.477" v="82" actId="21"/>
            <ac:cxnSpMkLst>
              <pc:docMk/>
              <pc:sldMasterMk cId="0" sldId="2147483648"/>
              <pc:sldLayoutMk cId="0" sldId="2147483951"/>
              <ac:cxnSpMk id="12" creationId="{00000000-0000-0000-0000-000000000000}"/>
            </ac:cxnSpMkLst>
          </pc:cxnChg>
        </pc:sldLayoutChg>
        <pc:sldLayoutChg chg="delSp mod">
          <pc:chgData name="Amann, Guillaume J" userId="5c8697d1-60e8-4cfe-afe6-e8ad16fdab20" providerId="ADAL" clId="{515DF0BE-2D3F-5C40-81CE-B5F73C6A8E50}" dt="2024-05-27T21:18:37.523" v="87" actId="478"/>
          <pc:sldLayoutMkLst>
            <pc:docMk/>
            <pc:sldMasterMk cId="0" sldId="2147483648"/>
            <pc:sldLayoutMk cId="0" sldId="2147483952"/>
          </pc:sldLayoutMkLst>
          <pc:spChg chg="del">
            <ac:chgData name="Amann, Guillaume J" userId="5c8697d1-60e8-4cfe-afe6-e8ad16fdab20" providerId="ADAL" clId="{515DF0BE-2D3F-5C40-81CE-B5F73C6A8E50}" dt="2024-05-27T21:18:37.523" v="87" actId="478"/>
            <ac:spMkLst>
              <pc:docMk/>
              <pc:sldMasterMk cId="0" sldId="2147483648"/>
              <pc:sldLayoutMk cId="0" sldId="2147483952"/>
              <ac:spMk id="6" creationId="{00000000-0000-0000-0000-000000000000}"/>
            </ac:spMkLst>
          </pc:spChg>
        </pc:sldLayoutChg>
      </pc:sldMasterChg>
    </pc:docChg>
  </pc:docChgLst>
  <pc:docChgLst>
    <pc:chgData name="Stuart, Sebastian W" userId="c302d82e-2c57-4b16-b4dc-13e5bef371bd" providerId="ADAL" clId="{A61552BF-1902-41AE-A2C2-084C3577CDB6}"/>
    <pc:docChg chg="undo redo custSel addSld delSld modSld sldOrd modMainMaster">
      <pc:chgData name="Stuart, Sebastian W" userId="c302d82e-2c57-4b16-b4dc-13e5bef371bd" providerId="ADAL" clId="{A61552BF-1902-41AE-A2C2-084C3577CDB6}" dt="2024-05-27T22:35:32.384" v="7522" actId="207"/>
      <pc:docMkLst>
        <pc:docMk/>
      </pc:docMkLst>
      <pc:sldChg chg="del ord">
        <pc:chgData name="Stuart, Sebastian W" userId="c302d82e-2c57-4b16-b4dc-13e5bef371bd" providerId="ADAL" clId="{A61552BF-1902-41AE-A2C2-084C3577CDB6}" dt="2024-05-27T18:09:24.559" v="21" actId="47"/>
        <pc:sldMkLst>
          <pc:docMk/>
          <pc:sldMk cId="0" sldId="257"/>
        </pc:sldMkLst>
      </pc:sldChg>
      <pc:sldChg chg="del">
        <pc:chgData name="Stuart, Sebastian W" userId="c302d82e-2c57-4b16-b4dc-13e5bef371bd" providerId="ADAL" clId="{A61552BF-1902-41AE-A2C2-084C3577CDB6}" dt="2024-05-27T18:07:45.430" v="11" actId="47"/>
        <pc:sldMkLst>
          <pc:docMk/>
          <pc:sldMk cId="2914474052" sldId="367"/>
        </pc:sldMkLst>
      </pc:sldChg>
      <pc:sldChg chg="del">
        <pc:chgData name="Stuart, Sebastian W" userId="c302d82e-2c57-4b16-b4dc-13e5bef371bd" providerId="ADAL" clId="{A61552BF-1902-41AE-A2C2-084C3577CDB6}" dt="2024-05-27T18:07:44.945" v="10" actId="47"/>
        <pc:sldMkLst>
          <pc:docMk/>
          <pc:sldMk cId="2400921252" sldId="371"/>
        </pc:sldMkLst>
      </pc:sldChg>
      <pc:sldChg chg="del">
        <pc:chgData name="Stuart, Sebastian W" userId="c302d82e-2c57-4b16-b4dc-13e5bef371bd" providerId="ADAL" clId="{A61552BF-1902-41AE-A2C2-084C3577CDB6}" dt="2024-05-27T18:07:44.594" v="9" actId="47"/>
        <pc:sldMkLst>
          <pc:docMk/>
          <pc:sldMk cId="2140672075" sldId="377"/>
        </pc:sldMkLst>
      </pc:sldChg>
      <pc:sldChg chg="del">
        <pc:chgData name="Stuart, Sebastian W" userId="c302d82e-2c57-4b16-b4dc-13e5bef371bd" providerId="ADAL" clId="{A61552BF-1902-41AE-A2C2-084C3577CDB6}" dt="2024-05-27T18:07:44.093" v="8" actId="47"/>
        <pc:sldMkLst>
          <pc:docMk/>
          <pc:sldMk cId="1175315177" sldId="380"/>
        </pc:sldMkLst>
      </pc:sldChg>
      <pc:sldChg chg="del">
        <pc:chgData name="Stuart, Sebastian W" userId="c302d82e-2c57-4b16-b4dc-13e5bef371bd" providerId="ADAL" clId="{A61552BF-1902-41AE-A2C2-084C3577CDB6}" dt="2024-05-27T18:07:43.663" v="7" actId="47"/>
        <pc:sldMkLst>
          <pc:docMk/>
          <pc:sldMk cId="974063120" sldId="385"/>
        </pc:sldMkLst>
      </pc:sldChg>
      <pc:sldChg chg="del">
        <pc:chgData name="Stuart, Sebastian W" userId="c302d82e-2c57-4b16-b4dc-13e5bef371bd" providerId="ADAL" clId="{A61552BF-1902-41AE-A2C2-084C3577CDB6}" dt="2024-05-27T18:07:43.277" v="6" actId="47"/>
        <pc:sldMkLst>
          <pc:docMk/>
          <pc:sldMk cId="4131890486" sldId="387"/>
        </pc:sldMkLst>
      </pc:sldChg>
      <pc:sldChg chg="del">
        <pc:chgData name="Stuart, Sebastian W" userId="c302d82e-2c57-4b16-b4dc-13e5bef371bd" providerId="ADAL" clId="{A61552BF-1902-41AE-A2C2-084C3577CDB6}" dt="2024-05-27T18:07:42.642" v="5" actId="47"/>
        <pc:sldMkLst>
          <pc:docMk/>
          <pc:sldMk cId="1347400679" sldId="391"/>
        </pc:sldMkLst>
      </pc:sldChg>
      <pc:sldChg chg="del">
        <pc:chgData name="Stuart, Sebastian W" userId="c302d82e-2c57-4b16-b4dc-13e5bef371bd" providerId="ADAL" clId="{A61552BF-1902-41AE-A2C2-084C3577CDB6}" dt="2024-05-27T18:07:42.415" v="4" actId="47"/>
        <pc:sldMkLst>
          <pc:docMk/>
          <pc:sldMk cId="445900591" sldId="393"/>
        </pc:sldMkLst>
      </pc:sldChg>
      <pc:sldChg chg="del">
        <pc:chgData name="Stuart, Sebastian W" userId="c302d82e-2c57-4b16-b4dc-13e5bef371bd" providerId="ADAL" clId="{A61552BF-1902-41AE-A2C2-084C3577CDB6}" dt="2024-05-27T18:07:42.222" v="3" actId="47"/>
        <pc:sldMkLst>
          <pc:docMk/>
          <pc:sldMk cId="664696879" sldId="395"/>
        </pc:sldMkLst>
      </pc:sldChg>
      <pc:sldChg chg="del">
        <pc:chgData name="Stuart, Sebastian W" userId="c302d82e-2c57-4b16-b4dc-13e5bef371bd" providerId="ADAL" clId="{A61552BF-1902-41AE-A2C2-084C3577CDB6}" dt="2024-05-27T18:07:42.016" v="2" actId="47"/>
        <pc:sldMkLst>
          <pc:docMk/>
          <pc:sldMk cId="1433613122" sldId="396"/>
        </pc:sldMkLst>
      </pc:sldChg>
      <pc:sldChg chg="del">
        <pc:chgData name="Stuart, Sebastian W" userId="c302d82e-2c57-4b16-b4dc-13e5bef371bd" providerId="ADAL" clId="{A61552BF-1902-41AE-A2C2-084C3577CDB6}" dt="2024-05-27T18:07:41.739" v="1" actId="47"/>
        <pc:sldMkLst>
          <pc:docMk/>
          <pc:sldMk cId="4170947635" sldId="397"/>
        </pc:sldMkLst>
      </pc:sldChg>
      <pc:sldChg chg="del">
        <pc:chgData name="Stuart, Sebastian W" userId="c302d82e-2c57-4b16-b4dc-13e5bef371bd" providerId="ADAL" clId="{A61552BF-1902-41AE-A2C2-084C3577CDB6}" dt="2024-05-27T18:07:41.036" v="0" actId="47"/>
        <pc:sldMkLst>
          <pc:docMk/>
          <pc:sldMk cId="670099607" sldId="400"/>
        </pc:sldMkLst>
      </pc:sldChg>
      <pc:sldChg chg="modSp add del mod ord">
        <pc:chgData name="Stuart, Sebastian W" userId="c302d82e-2c57-4b16-b4dc-13e5bef371bd" providerId="ADAL" clId="{A61552BF-1902-41AE-A2C2-084C3577CDB6}" dt="2024-05-27T21:42:27.381" v="5695"/>
        <pc:sldMkLst>
          <pc:docMk/>
          <pc:sldMk cId="3153524923" sldId="401"/>
        </pc:sldMkLst>
        <pc:spChg chg="mod">
          <ac:chgData name="Stuart, Sebastian W" userId="c302d82e-2c57-4b16-b4dc-13e5bef371bd" providerId="ADAL" clId="{A61552BF-1902-41AE-A2C2-084C3577CDB6}" dt="2024-05-27T20:43:18.332" v="3633" actId="20577"/>
          <ac:spMkLst>
            <pc:docMk/>
            <pc:sldMk cId="3153524923" sldId="401"/>
            <ac:spMk id="3" creationId="{EA7A7D37-DBB2-A70F-1FF1-67CAFCE997CD}"/>
          </ac:spMkLst>
        </pc:spChg>
        <pc:spChg chg="mod">
          <ac:chgData name="Stuart, Sebastian W" userId="c302d82e-2c57-4b16-b4dc-13e5bef371bd" providerId="ADAL" clId="{A61552BF-1902-41AE-A2C2-084C3577CDB6}" dt="2024-05-27T21:18:32.115" v="4405" actId="20577"/>
          <ac:spMkLst>
            <pc:docMk/>
            <pc:sldMk cId="3153524923" sldId="401"/>
            <ac:spMk id="4" creationId="{D735AE92-35B1-C0D5-76AB-6A670B611CAD}"/>
          </ac:spMkLst>
        </pc:spChg>
        <pc:spChg chg="mod">
          <ac:chgData name="Stuart, Sebastian W" userId="c302d82e-2c57-4b16-b4dc-13e5bef371bd" providerId="ADAL" clId="{A61552BF-1902-41AE-A2C2-084C3577CDB6}" dt="2024-05-27T21:33:05.576" v="5652" actId="20577"/>
          <ac:spMkLst>
            <pc:docMk/>
            <pc:sldMk cId="3153524923" sldId="401"/>
            <ac:spMk id="6" creationId="{A595D64D-B4E0-0424-5DC7-71D7E0D122BD}"/>
          </ac:spMkLst>
        </pc:spChg>
      </pc:sldChg>
      <pc:sldChg chg="del">
        <pc:chgData name="Stuart, Sebastian W" userId="c302d82e-2c57-4b16-b4dc-13e5bef371bd" providerId="ADAL" clId="{A61552BF-1902-41AE-A2C2-084C3577CDB6}" dt="2024-05-27T18:07:45.880" v="12" actId="47"/>
        <pc:sldMkLst>
          <pc:docMk/>
          <pc:sldMk cId="1617109669" sldId="402"/>
        </pc:sldMkLst>
      </pc:sldChg>
      <pc:sldChg chg="modSp new del mod ord">
        <pc:chgData name="Stuart, Sebastian W" userId="c302d82e-2c57-4b16-b4dc-13e5bef371bd" providerId="ADAL" clId="{A61552BF-1902-41AE-A2C2-084C3577CDB6}" dt="2024-05-27T19:05:00.861" v="2655" actId="47"/>
        <pc:sldMkLst>
          <pc:docMk/>
          <pc:sldMk cId="2648167339" sldId="402"/>
        </pc:sldMkLst>
        <pc:spChg chg="mod">
          <ac:chgData name="Stuart, Sebastian W" userId="c302d82e-2c57-4b16-b4dc-13e5bef371bd" providerId="ADAL" clId="{A61552BF-1902-41AE-A2C2-084C3577CDB6}" dt="2024-05-27T18:26:02.486" v="453" actId="20577"/>
          <ac:spMkLst>
            <pc:docMk/>
            <pc:sldMk cId="2648167339" sldId="402"/>
            <ac:spMk id="2" creationId="{E6814F62-61D9-FD40-16E7-33C8352626DC}"/>
          </ac:spMkLst>
        </pc:spChg>
        <pc:spChg chg="mod">
          <ac:chgData name="Stuart, Sebastian W" userId="c302d82e-2c57-4b16-b4dc-13e5bef371bd" providerId="ADAL" clId="{A61552BF-1902-41AE-A2C2-084C3577CDB6}" dt="2024-05-27T18:21:28.749" v="281" actId="404"/>
          <ac:spMkLst>
            <pc:docMk/>
            <pc:sldMk cId="2648167339" sldId="402"/>
            <ac:spMk id="4" creationId="{23560B18-012B-A8A1-DE5C-91E5F919CEE4}"/>
          </ac:spMkLst>
        </pc:spChg>
      </pc:sldChg>
      <pc:sldChg chg="modSp new mod ord">
        <pc:chgData name="Stuart, Sebastian W" userId="c302d82e-2c57-4b16-b4dc-13e5bef371bd" providerId="ADAL" clId="{A61552BF-1902-41AE-A2C2-084C3577CDB6}" dt="2024-05-27T22:35:32.384" v="7522" actId="207"/>
        <pc:sldMkLst>
          <pc:docMk/>
          <pc:sldMk cId="2077210056" sldId="403"/>
        </pc:sldMkLst>
        <pc:spChg chg="mod">
          <ac:chgData name="Stuart, Sebastian W" userId="c302d82e-2c57-4b16-b4dc-13e5bef371bd" providerId="ADAL" clId="{A61552BF-1902-41AE-A2C2-084C3577CDB6}" dt="2024-05-27T22:35:21.337" v="7521" actId="20577"/>
          <ac:spMkLst>
            <pc:docMk/>
            <pc:sldMk cId="2077210056" sldId="403"/>
            <ac:spMk id="2" creationId="{2E0BD517-6AD3-170F-6223-2338680EBB92}"/>
          </ac:spMkLst>
        </pc:spChg>
        <pc:spChg chg="mod">
          <ac:chgData name="Stuart, Sebastian W" userId="c302d82e-2c57-4b16-b4dc-13e5bef371bd" providerId="ADAL" clId="{A61552BF-1902-41AE-A2C2-084C3577CDB6}" dt="2024-05-27T22:35:32.384" v="7522" actId="207"/>
          <ac:spMkLst>
            <pc:docMk/>
            <pc:sldMk cId="2077210056" sldId="403"/>
            <ac:spMk id="3" creationId="{0E999078-82A1-52A9-34F4-07E2D1282240}"/>
          </ac:spMkLst>
        </pc:spChg>
      </pc:sldChg>
      <pc:sldChg chg="modSp new del mod ord">
        <pc:chgData name="Stuart, Sebastian W" userId="c302d82e-2c57-4b16-b4dc-13e5bef371bd" providerId="ADAL" clId="{A61552BF-1902-41AE-A2C2-084C3577CDB6}" dt="2024-05-27T19:12:22.183" v="2866" actId="47"/>
        <pc:sldMkLst>
          <pc:docMk/>
          <pc:sldMk cId="3897060519" sldId="404"/>
        </pc:sldMkLst>
        <pc:spChg chg="mod">
          <ac:chgData name="Stuart, Sebastian W" userId="c302d82e-2c57-4b16-b4dc-13e5bef371bd" providerId="ADAL" clId="{A61552BF-1902-41AE-A2C2-084C3577CDB6}" dt="2024-05-27T18:54:01.886" v="2022" actId="20577"/>
          <ac:spMkLst>
            <pc:docMk/>
            <pc:sldMk cId="3897060519" sldId="404"/>
            <ac:spMk id="2" creationId="{247C568A-3F65-0CFC-1A53-D7423D13500A}"/>
          </ac:spMkLst>
        </pc:spChg>
        <pc:spChg chg="mod">
          <ac:chgData name="Stuart, Sebastian W" userId="c302d82e-2c57-4b16-b4dc-13e5bef371bd" providerId="ADAL" clId="{A61552BF-1902-41AE-A2C2-084C3577CDB6}" dt="2024-05-27T18:24:09.994" v="362" actId="20577"/>
          <ac:spMkLst>
            <pc:docMk/>
            <pc:sldMk cId="3897060519" sldId="404"/>
            <ac:spMk id="4" creationId="{7D7CBE70-2ED4-CFE7-29DD-F575CE9EA490}"/>
          </ac:spMkLst>
        </pc:spChg>
      </pc:sldChg>
      <pc:sldChg chg="modSp new del mod">
        <pc:chgData name="Stuart, Sebastian W" userId="c302d82e-2c57-4b16-b4dc-13e5bef371bd" providerId="ADAL" clId="{A61552BF-1902-41AE-A2C2-084C3577CDB6}" dt="2024-05-27T19:25:05.038" v="3550" actId="47"/>
        <pc:sldMkLst>
          <pc:docMk/>
          <pc:sldMk cId="120281941" sldId="405"/>
        </pc:sldMkLst>
        <pc:spChg chg="mod">
          <ac:chgData name="Stuart, Sebastian W" userId="c302d82e-2c57-4b16-b4dc-13e5bef371bd" providerId="ADAL" clId="{A61552BF-1902-41AE-A2C2-084C3577CDB6}" dt="2024-05-27T18:36:35.787" v="533" actId="20577"/>
          <ac:spMkLst>
            <pc:docMk/>
            <pc:sldMk cId="120281941" sldId="405"/>
            <ac:spMk id="4" creationId="{288ACFE2-B270-91D2-1AB1-20127C21DC47}"/>
          </ac:spMkLst>
        </pc:spChg>
      </pc:sldChg>
      <pc:sldChg chg="modSp add mod ord">
        <pc:chgData name="Stuart, Sebastian W" userId="c302d82e-2c57-4b16-b4dc-13e5bef371bd" providerId="ADAL" clId="{A61552BF-1902-41AE-A2C2-084C3577CDB6}" dt="2024-05-27T21:42:28.430" v="5697"/>
        <pc:sldMkLst>
          <pc:docMk/>
          <pc:sldMk cId="565120924" sldId="406"/>
        </pc:sldMkLst>
        <pc:spChg chg="mod">
          <ac:chgData name="Stuart, Sebastian W" userId="c302d82e-2c57-4b16-b4dc-13e5bef371bd" providerId="ADAL" clId="{A61552BF-1902-41AE-A2C2-084C3577CDB6}" dt="2024-05-27T19:11:09.616" v="2825" actId="20577"/>
          <ac:spMkLst>
            <pc:docMk/>
            <pc:sldMk cId="565120924" sldId="406"/>
            <ac:spMk id="4" creationId="{D735AE92-35B1-C0D5-76AB-6A670B611CAD}"/>
          </ac:spMkLst>
        </pc:spChg>
        <pc:spChg chg="mod">
          <ac:chgData name="Stuart, Sebastian W" userId="c302d82e-2c57-4b16-b4dc-13e5bef371bd" providerId="ADAL" clId="{A61552BF-1902-41AE-A2C2-084C3577CDB6}" dt="2024-05-27T21:04:14.833" v="3811" actId="20577"/>
          <ac:spMkLst>
            <pc:docMk/>
            <pc:sldMk cId="565120924" sldId="406"/>
            <ac:spMk id="6" creationId="{A595D64D-B4E0-0424-5DC7-71D7E0D122BD}"/>
          </ac:spMkLst>
        </pc:spChg>
      </pc:sldChg>
      <pc:sldChg chg="modSp add mod ord">
        <pc:chgData name="Stuart, Sebastian W" userId="c302d82e-2c57-4b16-b4dc-13e5bef371bd" providerId="ADAL" clId="{A61552BF-1902-41AE-A2C2-084C3577CDB6}" dt="2024-05-27T21:42:29.871" v="5699"/>
        <pc:sldMkLst>
          <pc:docMk/>
          <pc:sldMk cId="1818865107" sldId="407"/>
        </pc:sldMkLst>
        <pc:spChg chg="mod">
          <ac:chgData name="Stuart, Sebastian W" userId="c302d82e-2c57-4b16-b4dc-13e5bef371bd" providerId="ADAL" clId="{A61552BF-1902-41AE-A2C2-084C3577CDB6}" dt="2024-05-27T19:16:57.622" v="2928" actId="20577"/>
          <ac:spMkLst>
            <pc:docMk/>
            <pc:sldMk cId="1818865107" sldId="407"/>
            <ac:spMk id="4" creationId="{D735AE92-35B1-C0D5-76AB-6A670B611CAD}"/>
          </ac:spMkLst>
        </pc:spChg>
        <pc:spChg chg="mod">
          <ac:chgData name="Stuart, Sebastian W" userId="c302d82e-2c57-4b16-b4dc-13e5bef371bd" providerId="ADAL" clId="{A61552BF-1902-41AE-A2C2-084C3577CDB6}" dt="2024-05-27T21:02:18.825" v="3800" actId="20577"/>
          <ac:spMkLst>
            <pc:docMk/>
            <pc:sldMk cId="1818865107" sldId="407"/>
            <ac:spMk id="6" creationId="{A595D64D-B4E0-0424-5DC7-71D7E0D122BD}"/>
          </ac:spMkLst>
        </pc:spChg>
      </pc:sldChg>
      <pc:sldChg chg="modSp add mod ord">
        <pc:chgData name="Stuart, Sebastian W" userId="c302d82e-2c57-4b16-b4dc-13e5bef371bd" providerId="ADAL" clId="{A61552BF-1902-41AE-A2C2-084C3577CDB6}" dt="2024-05-27T22:28:32.314" v="7514" actId="20577"/>
        <pc:sldMkLst>
          <pc:docMk/>
          <pc:sldMk cId="3660141591" sldId="408"/>
        </pc:sldMkLst>
        <pc:spChg chg="mod">
          <ac:chgData name="Stuart, Sebastian W" userId="c302d82e-2c57-4b16-b4dc-13e5bef371bd" providerId="ADAL" clId="{A61552BF-1902-41AE-A2C2-084C3577CDB6}" dt="2024-05-27T19:25:11.429" v="3571" actId="20577"/>
          <ac:spMkLst>
            <pc:docMk/>
            <pc:sldMk cId="3660141591" sldId="408"/>
            <ac:spMk id="4" creationId="{D735AE92-35B1-C0D5-76AB-6A670B611CAD}"/>
          </ac:spMkLst>
        </pc:spChg>
        <pc:spChg chg="mod">
          <ac:chgData name="Stuart, Sebastian W" userId="c302d82e-2c57-4b16-b4dc-13e5bef371bd" providerId="ADAL" clId="{A61552BF-1902-41AE-A2C2-084C3577CDB6}" dt="2024-05-27T22:28:32.314" v="7514" actId="20577"/>
          <ac:spMkLst>
            <pc:docMk/>
            <pc:sldMk cId="3660141591" sldId="408"/>
            <ac:spMk id="6" creationId="{A595D64D-B4E0-0424-5DC7-71D7E0D122BD}"/>
          </ac:spMkLst>
        </pc:spChg>
      </pc:sldChg>
      <pc:sldMasterChg chg="delSp mod modSldLayout">
        <pc:chgData name="Stuart, Sebastian W" userId="c302d82e-2c57-4b16-b4dc-13e5bef371bd" providerId="ADAL" clId="{A61552BF-1902-41AE-A2C2-084C3577CDB6}" dt="2024-05-27T22:31:59.062" v="7515" actId="478"/>
        <pc:sldMasterMkLst>
          <pc:docMk/>
          <pc:sldMasterMk cId="0" sldId="2147483648"/>
        </pc:sldMasterMkLst>
        <pc:spChg chg="del">
          <ac:chgData name="Stuart, Sebastian W" userId="c302d82e-2c57-4b16-b4dc-13e5bef371bd" providerId="ADAL" clId="{A61552BF-1902-41AE-A2C2-084C3577CDB6}" dt="2024-05-27T18:40:01.927" v="536" actId="478"/>
          <ac:spMkLst>
            <pc:docMk/>
            <pc:sldMasterMk cId="0" sldId="2147483648"/>
            <ac:spMk id="3" creationId="{00000000-0000-0000-0000-000000000000}"/>
          </ac:spMkLst>
        </pc:spChg>
        <pc:spChg chg="del">
          <ac:chgData name="Stuart, Sebastian W" userId="c302d82e-2c57-4b16-b4dc-13e5bef371bd" providerId="ADAL" clId="{A61552BF-1902-41AE-A2C2-084C3577CDB6}" dt="2024-05-27T20:42:14.314" v="3629" actId="478"/>
          <ac:spMkLst>
            <pc:docMk/>
            <pc:sldMasterMk cId="0" sldId="2147483648"/>
            <ac:spMk id="6" creationId="{00000000-0000-0000-0000-000000000000}"/>
          </ac:spMkLst>
        </pc:spChg>
        <pc:spChg chg="del">
          <ac:chgData name="Stuart, Sebastian W" userId="c302d82e-2c57-4b16-b4dc-13e5bef371bd" providerId="ADAL" clId="{A61552BF-1902-41AE-A2C2-084C3577CDB6}" dt="2024-05-27T18:40:01.927" v="536" actId="478"/>
          <ac:spMkLst>
            <pc:docMk/>
            <pc:sldMasterMk cId="0" sldId="2147483648"/>
            <ac:spMk id="8" creationId="{00000000-0000-0000-0000-000000000000}"/>
          </ac:spMkLst>
        </pc:spChg>
        <pc:spChg chg="del">
          <ac:chgData name="Stuart, Sebastian W" userId="c302d82e-2c57-4b16-b4dc-13e5bef371bd" providerId="ADAL" clId="{A61552BF-1902-41AE-A2C2-084C3577CDB6}" dt="2024-05-27T18:40:01.927" v="536" actId="478"/>
          <ac:spMkLst>
            <pc:docMk/>
            <pc:sldMasterMk cId="0" sldId="2147483648"/>
            <ac:spMk id="9" creationId="{00000000-0000-0000-0000-000000000000}"/>
          </ac:spMkLst>
        </pc:spChg>
        <pc:spChg chg="del">
          <ac:chgData name="Stuart, Sebastian W" userId="c302d82e-2c57-4b16-b4dc-13e5bef371bd" providerId="ADAL" clId="{A61552BF-1902-41AE-A2C2-084C3577CDB6}" dt="2024-05-27T18:40:01.927" v="536" actId="478"/>
          <ac:spMkLst>
            <pc:docMk/>
            <pc:sldMasterMk cId="0" sldId="2147483648"/>
            <ac:spMk id="12" creationId="{00000000-0000-0000-0000-000000000000}"/>
          </ac:spMkLst>
        </pc:spChg>
        <pc:spChg chg="del">
          <ac:chgData name="Stuart, Sebastian W" userId="c302d82e-2c57-4b16-b4dc-13e5bef371bd" providerId="ADAL" clId="{A61552BF-1902-41AE-A2C2-084C3577CDB6}" dt="2024-05-27T18:40:01.927" v="536" actId="478"/>
          <ac:spMkLst>
            <pc:docMk/>
            <pc:sldMasterMk cId="0" sldId="2147483648"/>
            <ac:spMk id="13" creationId="{00000000-0000-0000-0000-000000000000}"/>
          </ac:spMkLst>
        </pc:spChg>
        <pc:spChg chg="del">
          <ac:chgData name="Stuart, Sebastian W" userId="c302d82e-2c57-4b16-b4dc-13e5bef371bd" providerId="ADAL" clId="{A61552BF-1902-41AE-A2C2-084C3577CDB6}" dt="2024-05-27T18:40:01.927" v="536" actId="478"/>
          <ac:spMkLst>
            <pc:docMk/>
            <pc:sldMasterMk cId="0" sldId="2147483648"/>
            <ac:spMk id="14" creationId="{00000000-0000-0000-0000-000000000000}"/>
          </ac:spMkLst>
        </pc:spChg>
        <pc:spChg chg="del">
          <ac:chgData name="Stuart, Sebastian W" userId="c302d82e-2c57-4b16-b4dc-13e5bef371bd" providerId="ADAL" clId="{A61552BF-1902-41AE-A2C2-084C3577CDB6}" dt="2024-05-27T18:40:01.927" v="536" actId="478"/>
          <ac:spMkLst>
            <pc:docMk/>
            <pc:sldMasterMk cId="0" sldId="2147483648"/>
            <ac:spMk id="15" creationId="{00000000-0000-0000-0000-000000000000}"/>
          </ac:spMkLst>
        </pc:spChg>
        <pc:sldLayoutChg chg="delSp mod">
          <pc:chgData name="Stuart, Sebastian W" userId="c302d82e-2c57-4b16-b4dc-13e5bef371bd" providerId="ADAL" clId="{A61552BF-1902-41AE-A2C2-084C3577CDB6}" dt="2024-05-27T22:31:59.062" v="7515" actId="478"/>
          <pc:sldLayoutMkLst>
            <pc:docMk/>
            <pc:sldMasterMk cId="0" sldId="2147483648"/>
            <pc:sldLayoutMk cId="0" sldId="2147483951"/>
          </pc:sldLayoutMkLst>
          <pc:spChg chg="del">
            <ac:chgData name="Stuart, Sebastian W" userId="c302d82e-2c57-4b16-b4dc-13e5bef371bd" providerId="ADAL" clId="{A61552BF-1902-41AE-A2C2-084C3577CDB6}" dt="2024-05-27T22:31:59.062" v="7515" actId="478"/>
            <ac:spMkLst>
              <pc:docMk/>
              <pc:sldMasterMk cId="0" sldId="2147483648"/>
              <pc:sldLayoutMk cId="0" sldId="2147483951"/>
              <ac:spMk id="6" creationId="{3A2841F4-8EE8-BFF6-0C6E-BFCD84E55A14}"/>
            </ac:spMkLst>
          </pc:spChg>
          <pc:spChg chg="del">
            <ac:chgData name="Stuart, Sebastian W" userId="c302d82e-2c57-4b16-b4dc-13e5bef371bd" providerId="ADAL" clId="{A61552BF-1902-41AE-A2C2-084C3577CDB6}" dt="2024-05-27T20:42:33.165" v="3630" actId="478"/>
            <ac:spMkLst>
              <pc:docMk/>
              <pc:sldMasterMk cId="0" sldId="2147483648"/>
              <pc:sldLayoutMk cId="0" sldId="2147483951"/>
              <ac:spMk id="9" creationId="{00000000-0000-0000-0000-000000000000}"/>
            </ac:spMkLst>
          </pc:spChg>
        </pc:sldLayoutChg>
        <pc:sldLayoutChg chg="delSp mod">
          <pc:chgData name="Stuart, Sebastian W" userId="c302d82e-2c57-4b16-b4dc-13e5bef371bd" providerId="ADAL" clId="{A61552BF-1902-41AE-A2C2-084C3577CDB6}" dt="2024-05-27T20:42:38.134" v="3631" actId="478"/>
          <pc:sldLayoutMkLst>
            <pc:docMk/>
            <pc:sldMasterMk cId="0" sldId="2147483648"/>
            <pc:sldLayoutMk cId="0" sldId="2147483952"/>
          </pc:sldLayoutMkLst>
          <pc:spChg chg="del">
            <ac:chgData name="Stuart, Sebastian W" userId="c302d82e-2c57-4b16-b4dc-13e5bef371bd" providerId="ADAL" clId="{A61552BF-1902-41AE-A2C2-084C3577CDB6}" dt="2024-05-27T20:42:38.134" v="3631" actId="478"/>
            <ac:spMkLst>
              <pc:docMk/>
              <pc:sldMasterMk cId="0" sldId="2147483648"/>
              <pc:sldLayoutMk cId="0" sldId="2147483952"/>
              <ac:spMk id="7" creationId="{00000000-0000-0000-0000-000000000000}"/>
            </ac:spMkLst>
          </pc:spChg>
        </pc:sldLayoutChg>
        <pc:sldLayoutChg chg="delSp mod">
          <pc:chgData name="Stuart, Sebastian W" userId="c302d82e-2c57-4b16-b4dc-13e5bef371bd" providerId="ADAL" clId="{A61552BF-1902-41AE-A2C2-084C3577CDB6}" dt="2024-05-27T20:42:41.485" v="3632" actId="478"/>
          <pc:sldLayoutMkLst>
            <pc:docMk/>
            <pc:sldMasterMk cId="0" sldId="2147483648"/>
            <pc:sldLayoutMk cId="3774409052" sldId="2147483954"/>
          </pc:sldLayoutMkLst>
          <pc:spChg chg="del">
            <ac:chgData name="Stuart, Sebastian W" userId="c302d82e-2c57-4b16-b4dc-13e5bef371bd" providerId="ADAL" clId="{A61552BF-1902-41AE-A2C2-084C3577CDB6}" dt="2024-05-27T20:42:41.485" v="3632" actId="478"/>
            <ac:spMkLst>
              <pc:docMk/>
              <pc:sldMasterMk cId="0" sldId="2147483648"/>
              <pc:sldLayoutMk cId="3774409052" sldId="2147483954"/>
              <ac:spMk id="4" creationId="{6220B628-71A8-DD87-9A9F-7C0277532959}"/>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A4F84A3-A6DE-4D63-AAD1-9AAB6655C8E9}" type="datetimeFigureOut">
              <a:rPr lang="en-US"/>
              <a:pPr>
                <a:defRPr/>
              </a:pPr>
              <a:t>5/27/2024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B817BC3-1AEF-4F46-9182-7B6BE7877705}" type="slidenum">
              <a:rPr lang="en-US"/>
              <a:pPr>
                <a:defRPr/>
              </a:pPr>
              <a:t>‹#›</a:t>
            </a:fld>
            <a:endParaRPr lang="en-US"/>
          </a:p>
        </p:txBody>
      </p:sp>
    </p:spTree>
    <p:extLst>
      <p:ext uri="{BB962C8B-B14F-4D97-AF65-F5344CB8AC3E}">
        <p14:creationId xmlns:p14="http://schemas.microsoft.com/office/powerpoint/2010/main" val="5303402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Arial" pitchFamily="34"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Arial" pitchFamily="34" charset="0"/>
              </a:defRPr>
            </a:lvl1pPr>
          </a:lstStyle>
          <a:p>
            <a:pPr>
              <a:defRPr/>
            </a:pPr>
            <a:fld id="{984C4D41-D2A7-4BED-9AA5-9E9A39D58907}" type="datetimeFigureOut">
              <a:rPr lang="en-US"/>
              <a:pPr>
                <a:defRPr/>
              </a:pPr>
              <a:t>5/27/2024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Arial" pitchFamily="34"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Arial" pitchFamily="34" charset="0"/>
              </a:defRPr>
            </a:lvl1pPr>
          </a:lstStyle>
          <a:p>
            <a:pPr>
              <a:defRPr/>
            </a:pPr>
            <a:fld id="{005A3BF0-9162-4A6A-A845-C85B6C14AEDE}" type="slidenum">
              <a:rPr lang="en-US"/>
              <a:pPr>
                <a:defRPr/>
              </a:pPr>
              <a:t>‹#›</a:t>
            </a:fld>
            <a:endParaRPr lang="en-US"/>
          </a:p>
        </p:txBody>
      </p:sp>
    </p:spTree>
    <p:extLst>
      <p:ext uri="{BB962C8B-B14F-4D97-AF65-F5344CB8AC3E}">
        <p14:creationId xmlns:p14="http://schemas.microsoft.com/office/powerpoint/2010/main" val="3210695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24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80771"/>
            <a:ext cx="7772400" cy="369332"/>
          </a:xfrm>
        </p:spPr>
        <p:txBody>
          <a:bodyPr wrap="square">
            <a:spAutoFit/>
          </a:bodyPr>
          <a:lstStyle>
            <a:lvl1pPr algn="l">
              <a:defRPr sz="2400"/>
            </a:lvl1pPr>
          </a:lstStyle>
          <a:p>
            <a:r>
              <a:rPr lang="en-US" noProof="0"/>
              <a:t>Click to edit Master title style</a:t>
            </a:r>
          </a:p>
        </p:txBody>
      </p:sp>
      <p:sp>
        <p:nvSpPr>
          <p:cNvPr id="3" name="Subtitle 2"/>
          <p:cNvSpPr>
            <a:spLocks noGrp="1"/>
          </p:cNvSpPr>
          <p:nvPr>
            <p:ph type="subTitle" idx="1"/>
          </p:nvPr>
        </p:nvSpPr>
        <p:spPr>
          <a:xfrm>
            <a:off x="381000" y="3352800"/>
            <a:ext cx="6400800" cy="215444"/>
          </a:xfrm>
        </p:spPr>
        <p:txBody>
          <a:bodyPr tIns="0" bIns="0">
            <a:spAutoFit/>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5" name="TextBox 4">
            <a:extLst>
              <a:ext uri="{FF2B5EF4-FFF2-40B4-BE49-F238E27FC236}">
                <a16:creationId xmlns:a16="http://schemas.microsoft.com/office/drawing/2014/main" id="{6167ACF6-2B2F-5A82-1288-E5C5FB2C33C7}"/>
              </a:ext>
            </a:extLst>
          </p:cNvPr>
          <p:cNvSpPr txBox="1">
            <a:spLocks noGrp="1" noRot="1" noMove="1" noResize="1" noEditPoints="1" noAdjustHandles="1" noChangeArrowheads="1" noChangeShapeType="1"/>
          </p:cNvSpPr>
          <p:nvPr userDrawn="1"/>
        </p:nvSpPr>
        <p:spPr>
          <a:xfrm>
            <a:off x="7848601" y="152400"/>
            <a:ext cx="1447800" cy="553998"/>
          </a:xfrm>
          <a:prstGeom prst="rect">
            <a:avLst/>
          </a:prstGeom>
          <a:noFill/>
        </p:spPr>
        <p:txBody>
          <a:bodyPr wrap="square" lIns="0" tIns="0" rIns="0" bIns="0" rtlCol="0">
            <a:spAutoFit/>
          </a:bodyPr>
          <a:lstStyle/>
          <a:p>
            <a:r>
              <a:rPr lang="en-GB" sz="1800" b="1" err="1">
                <a:solidFill>
                  <a:schemeClr val="bg1"/>
                </a:solidFill>
                <a:latin typeface="Times New Roman" panose="02020603050405020304" pitchFamily="18" charset="0"/>
                <a:cs typeface="Times New Roman" panose="02020603050405020304" pitchFamily="18" charset="0"/>
              </a:rPr>
              <a:t>Inicio</a:t>
            </a:r>
            <a:r>
              <a:rPr lang="en-GB" sz="1800" b="1">
                <a:solidFill>
                  <a:schemeClr val="bg1"/>
                </a:solidFill>
                <a:latin typeface="Times New Roman" panose="02020603050405020304" pitchFamily="18" charset="0"/>
                <a:cs typeface="Times New Roman" panose="02020603050405020304" pitchFamily="18" charset="0"/>
              </a:rPr>
              <a:t> Financial</a:t>
            </a:r>
          </a:p>
        </p:txBody>
      </p:sp>
      <p:cxnSp>
        <p:nvCxnSpPr>
          <p:cNvPr id="4" name="Straight Connector 3">
            <a:extLst>
              <a:ext uri="{FF2B5EF4-FFF2-40B4-BE49-F238E27FC236}">
                <a16:creationId xmlns:a16="http://schemas.microsoft.com/office/drawing/2014/main" id="{01FFC7A6-C079-EC67-BAE6-4FDC855B274B}"/>
              </a:ext>
            </a:extLst>
          </p:cNvPr>
          <p:cNvCxnSpPr>
            <a:cxnSpLocks/>
          </p:cNvCxnSpPr>
          <p:nvPr userDrawn="1"/>
        </p:nvCxnSpPr>
        <p:spPr>
          <a:xfrm>
            <a:off x="0" y="838200"/>
            <a:ext cx="9144000" cy="1588"/>
          </a:xfrm>
          <a:prstGeom prst="line">
            <a:avLst/>
          </a:prstGeom>
          <a:ln w="22225" cmpd="sng">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 y="1690828"/>
            <a:ext cx="9136380" cy="1341906"/>
          </a:xfrm>
        </p:spPr>
        <p:txBody>
          <a:bodyPr>
            <a:spAutoFit/>
          </a:bodyPr>
          <a:lstStyle>
            <a:lvl1pPr marL="173038" indent="-173038">
              <a:buClrTx/>
              <a:buFont typeface="Wingdings" panose="05000000000000000000" pitchFamily="2" charset="2"/>
              <a:buChar char="§"/>
              <a:defRPr b="0" i="0" u="none"/>
            </a:lvl1pPr>
            <a:lvl2pPr marL="346075" indent="-173038">
              <a:buClrTx/>
              <a:buSzPct val="120000"/>
              <a:buFont typeface="Arial" panose="020B0604020202020204" pitchFamily="34" charset="0"/>
              <a:buChar char="•"/>
              <a:defRPr/>
            </a:lvl2pPr>
            <a:lvl3pPr marL="568325" indent="-222250">
              <a:buClrTx/>
              <a:buFont typeface="Wingdings" panose="05000000000000000000" pitchFamily="2" charset="2"/>
              <a:buChar char="Ø"/>
              <a:defRPr/>
            </a:lvl3pPr>
            <a:lvl4pPr marL="803275" indent="-234950">
              <a:buClrTx/>
              <a:buSzPct val="120000"/>
              <a:defRPr/>
            </a:lvl4pPr>
            <a:lvl5pPr marL="1025525" indent="-222250">
              <a:buClrTx/>
              <a:buSzPct val="12000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4"/>
          <p:cNvSpPr>
            <a:spLocks noGrp="1"/>
          </p:cNvSpPr>
          <p:nvPr>
            <p:ph type="title" hasCustomPrompt="1"/>
          </p:nvPr>
        </p:nvSpPr>
        <p:spPr>
          <a:xfrm>
            <a:off x="381000" y="204143"/>
            <a:ext cx="8305800" cy="461665"/>
          </a:xfrm>
        </p:spPr>
        <p:txBody>
          <a:bodyPr>
            <a:spAutoFit/>
          </a:bodyPr>
          <a:lstStyle>
            <a:lvl1pPr>
              <a:defRPr sz="3000" b="1"/>
            </a:lvl1pPr>
          </a:lstStyle>
          <a:p>
            <a:r>
              <a:rPr lang="en-US" noProof="0"/>
              <a:t> </a:t>
            </a:r>
          </a:p>
        </p:txBody>
      </p:sp>
      <p:cxnSp>
        <p:nvCxnSpPr>
          <p:cNvPr id="10" name="Straight Connector 9"/>
          <p:cNvCxnSpPr/>
          <p:nvPr userDrawn="1"/>
        </p:nvCxnSpPr>
        <p:spPr>
          <a:xfrm>
            <a:off x="0" y="838200"/>
            <a:ext cx="9144000" cy="1588"/>
          </a:xfrm>
          <a:prstGeom prst="line">
            <a:avLst/>
          </a:prstGeom>
          <a:ln w="22225"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53D594E-14FE-ADFC-BD49-CA700C6861D3}"/>
              </a:ext>
            </a:extLst>
          </p:cNvPr>
          <p:cNvSpPr txBox="1">
            <a:spLocks noGrp="1" noRot="1" noMove="1" noResize="1" noEditPoints="1" noAdjustHandles="1" noChangeArrowheads="1" noChangeShapeType="1"/>
          </p:cNvSpPr>
          <p:nvPr userDrawn="1"/>
        </p:nvSpPr>
        <p:spPr>
          <a:xfrm>
            <a:off x="7848601" y="152400"/>
            <a:ext cx="1447800" cy="553998"/>
          </a:xfrm>
          <a:prstGeom prst="rect">
            <a:avLst/>
          </a:prstGeom>
          <a:noFill/>
        </p:spPr>
        <p:txBody>
          <a:bodyPr wrap="square" lIns="0" tIns="0" rIns="0" bIns="0" rtlCol="0">
            <a:spAutoFit/>
          </a:bodyPr>
          <a:lstStyle/>
          <a:p>
            <a:r>
              <a:rPr lang="en-GB" sz="1800" b="1" err="1">
                <a:solidFill>
                  <a:schemeClr val="bg1"/>
                </a:solidFill>
                <a:latin typeface="Times New Roman" panose="02020603050405020304" pitchFamily="18" charset="0"/>
                <a:cs typeface="Times New Roman" panose="02020603050405020304" pitchFamily="18" charset="0"/>
              </a:rPr>
              <a:t>Inicio</a:t>
            </a:r>
            <a:r>
              <a:rPr lang="en-GB" sz="1800" b="1">
                <a:solidFill>
                  <a:schemeClr val="bg1"/>
                </a:solidFill>
                <a:latin typeface="Times New Roman" panose="02020603050405020304" pitchFamily="18" charset="0"/>
                <a:cs typeface="Times New Roman" panose="02020603050405020304" pitchFamily="18" charset="0"/>
              </a:rPr>
              <a:t> Financial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808C2-3F9D-3921-99DF-9523FB1529A4}"/>
              </a:ext>
            </a:extLst>
          </p:cNvPr>
          <p:cNvSpPr>
            <a:spLocks noGrp="1"/>
          </p:cNvSpPr>
          <p:nvPr>
            <p:ph type="title"/>
          </p:nvPr>
        </p:nvSpPr>
        <p:spPr/>
        <p:txBody>
          <a:bodyPr/>
          <a:lstStyle/>
          <a:p>
            <a:r>
              <a:rPr lang="en-GB"/>
              <a:t>Click to edit Master title style</a:t>
            </a:r>
            <a:endParaRPr lang="en-FR"/>
          </a:p>
        </p:txBody>
      </p:sp>
      <p:sp>
        <p:nvSpPr>
          <p:cNvPr id="5" name="Rounded Rectangle 4">
            <a:extLst>
              <a:ext uri="{FF2B5EF4-FFF2-40B4-BE49-F238E27FC236}">
                <a16:creationId xmlns:a16="http://schemas.microsoft.com/office/drawing/2014/main" id="{89B35AAF-C520-7E5D-5966-F9961968FC0E}"/>
              </a:ext>
            </a:extLst>
          </p:cNvPr>
          <p:cNvSpPr/>
          <p:nvPr userDrawn="1"/>
        </p:nvSpPr>
        <p:spPr>
          <a:xfrm>
            <a:off x="381000" y="1295400"/>
            <a:ext cx="8229600" cy="5081868"/>
          </a:xfrm>
          <a:prstGeom prst="roundRect">
            <a:avLst>
              <a:gd name="adj" fmla="val 1673"/>
            </a:avLst>
          </a:prstGeom>
          <a:solidFill>
            <a:schemeClr val="bg1">
              <a:lumMod val="85000"/>
              <a:alpha val="34961"/>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16000" tIns="288000" rIns="216000" bIns="288000" rtlCol="0" anchor="ctr"/>
          <a:lstStyle/>
          <a:p>
            <a:pPr marL="285750" marR="0" lvl="0" indent="-285750" algn="just" defTabSz="914400" rtl="0" eaLnBrk="1" fontAlgn="base" latinLnBrk="0" hangingPunct="1">
              <a:lnSpc>
                <a:spcPct val="100000"/>
              </a:lnSpc>
              <a:spcBef>
                <a:spcPct val="20000"/>
              </a:spcBef>
              <a:spcAft>
                <a:spcPts val="1000"/>
              </a:spcAft>
              <a:buClrTx/>
              <a:buSzPct val="110000"/>
              <a:buFont typeface="Wingdings" pitchFamily="2" charset="2"/>
              <a:buChar char="§"/>
              <a:tabLst/>
              <a:defRPr/>
            </a:pPr>
            <a:r>
              <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Times New Roman" panose="02020603050405020304" pitchFamily="18" charset="0"/>
              </a:rPr>
              <a:t>Nautilus has indicated that it needs $1.5 billion in funding to continue ramping up its international expansion efforts and for general corporate purposes</a:t>
            </a:r>
          </a:p>
          <a:p>
            <a:pPr marL="285750" marR="0" lvl="0" indent="-285750" algn="just" defTabSz="914400" rtl="0" eaLnBrk="1" fontAlgn="base" latinLnBrk="0" hangingPunct="1">
              <a:lnSpc>
                <a:spcPct val="100000"/>
              </a:lnSpc>
              <a:spcBef>
                <a:spcPct val="20000"/>
              </a:spcBef>
              <a:spcAft>
                <a:spcPts val="1000"/>
              </a:spcAft>
              <a:buClrTx/>
              <a:buSzPct val="110000"/>
              <a:buFont typeface="Wingdings" pitchFamily="2" charset="2"/>
              <a:buChar char="§"/>
              <a:tabLst/>
              <a:defRPr/>
            </a:pPr>
            <a:r>
              <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Arial" panose="020B0604020202020204" pitchFamily="34" charset="0"/>
              </a:rPr>
              <a:t>Management has indicated a strong preference for Unsecured Senior Notes, but we believe that Convertible Bonds offer the lowest cost of funding, and that dilution can be minimized with the proper call-spread structure</a:t>
            </a:r>
          </a:p>
          <a:p>
            <a:pPr marL="285750" marR="0" lvl="0" indent="-285750" algn="just" defTabSz="914400" rtl="0" eaLnBrk="1" fontAlgn="base" latinLnBrk="0" hangingPunct="1">
              <a:lnSpc>
                <a:spcPct val="100000"/>
              </a:lnSpc>
              <a:spcBef>
                <a:spcPct val="20000"/>
              </a:spcBef>
              <a:spcAft>
                <a:spcPts val="1000"/>
              </a:spcAft>
              <a:buClrTx/>
              <a:buSzPct val="110000"/>
              <a:buFont typeface="Wingdings" pitchFamily="2" charset="2"/>
              <a:buChar char="§"/>
              <a:tabLst/>
              <a:defRPr/>
            </a:pPr>
            <a:r>
              <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Times New Roman" panose="02020603050405020304" pitchFamily="18" charset="0"/>
              </a:rPr>
              <a:t>Such Convertible Bonds might offer a 45% conversion premium (conversion price of $641.58) and a 1.5% coupon rate, for an after-tax cash cost of 0.99%</a:t>
            </a:r>
          </a:p>
          <a:p>
            <a:pPr marL="285750" marR="0" lvl="0" indent="-285750" algn="just" defTabSz="914400" rtl="0" eaLnBrk="1" fontAlgn="base" latinLnBrk="0" hangingPunct="1">
              <a:lnSpc>
                <a:spcPct val="100000"/>
              </a:lnSpc>
              <a:spcBef>
                <a:spcPct val="20000"/>
              </a:spcBef>
              <a:spcAft>
                <a:spcPts val="1000"/>
              </a:spcAft>
              <a:buClrTx/>
              <a:buSzPct val="110000"/>
              <a:buFont typeface="Wingdings" pitchFamily="2" charset="2"/>
              <a:buChar char="§"/>
              <a:tabLst/>
              <a:defRPr/>
            </a:pPr>
            <a:r>
              <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Times New Roman" panose="02020603050405020304" pitchFamily="18" charset="0"/>
              </a:rPr>
              <a:t>By contrast, the after-tax cost of Unsecured Senior Notes might be between 3.50% and 4.00%, and such an issuance would likely result in a credit rating downgrade for Nautilus</a:t>
            </a:r>
          </a:p>
          <a:p>
            <a:pPr marL="285750" marR="0" lvl="0" indent="-285750" algn="just" defTabSz="914400" rtl="0" eaLnBrk="1" fontAlgn="base" latinLnBrk="0" hangingPunct="1">
              <a:lnSpc>
                <a:spcPct val="100000"/>
              </a:lnSpc>
              <a:spcBef>
                <a:spcPct val="20000"/>
              </a:spcBef>
              <a:spcAft>
                <a:spcPts val="1000"/>
              </a:spcAft>
              <a:buClrTx/>
              <a:buSzPct val="110000"/>
              <a:buFont typeface="Wingdings" pitchFamily="2" charset="2"/>
              <a:buChar char="§"/>
              <a:tabLst/>
              <a:defRPr/>
            </a:pPr>
            <a:r>
              <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Times New Roman" panose="02020603050405020304" pitchFamily="18" charset="0"/>
              </a:rPr>
              <a:t>Given Nautilus’ share price and valuation multiples, a follow-on equity offering is also viable, but the likely discount on such an offering would imply an after-tax cost of between 1.20% and 1.40%</a:t>
            </a:r>
          </a:p>
          <a:p>
            <a:pPr marL="285750" marR="0" lvl="0" indent="-285750" algn="just" defTabSz="914400" rtl="0" eaLnBrk="1" fontAlgn="base" latinLnBrk="0" hangingPunct="1">
              <a:lnSpc>
                <a:spcPct val="100000"/>
              </a:lnSpc>
              <a:spcBef>
                <a:spcPct val="20000"/>
              </a:spcBef>
              <a:spcAft>
                <a:spcPts val="1000"/>
              </a:spcAft>
              <a:buClrTx/>
              <a:buSzPct val="110000"/>
              <a:buFont typeface="Wingdings" pitchFamily="2" charset="2"/>
              <a:buChar char="§"/>
              <a:tabLst/>
              <a:defRPr/>
            </a:pPr>
            <a:r>
              <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Times New Roman" panose="02020603050405020304" pitchFamily="18" charset="0"/>
              </a:rPr>
              <a:t>The major downside of a Convertible Bond issuance is possible dilution, but the company could raise the effective conversion price by purchasing call options on its stock and selling warrants on its stock at a higher exercise price</a:t>
            </a:r>
          </a:p>
        </p:txBody>
      </p:sp>
      <p:cxnSp>
        <p:nvCxnSpPr>
          <p:cNvPr id="6" name="Straight Connector 5">
            <a:extLst>
              <a:ext uri="{FF2B5EF4-FFF2-40B4-BE49-F238E27FC236}">
                <a16:creationId xmlns:a16="http://schemas.microsoft.com/office/drawing/2014/main" id="{D9230A8E-447B-4A0B-60F1-FF1FA8CB7F60}"/>
              </a:ext>
            </a:extLst>
          </p:cNvPr>
          <p:cNvCxnSpPr/>
          <p:nvPr userDrawn="1"/>
        </p:nvCxnSpPr>
        <p:spPr>
          <a:xfrm>
            <a:off x="0" y="838200"/>
            <a:ext cx="9144000" cy="1588"/>
          </a:xfrm>
          <a:prstGeom prst="line">
            <a:avLst/>
          </a:prstGeom>
          <a:ln w="22225" cmpd="sng">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4090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88A8DC-D593-AC7C-50C8-17CF8157046D}"/>
              </a:ext>
            </a:extLst>
          </p:cNvPr>
          <p:cNvPicPr>
            <a:picLocks noGrp="1" noRot="1" noChangeAspect="1" noMove="1" noResize="1" noEditPoints="1" noAdjustHandles="1" noChangeArrowheads="1" noChangeShapeType="1" noCrop="1"/>
          </p:cNvPicPr>
          <p:nvPr userDrawn="1"/>
        </p:nvPicPr>
        <p:blipFill rotWithShape="1">
          <a:blip r:embed="rId6"/>
          <a:srcRect l="15970" t="17392" r="15883" b="23693"/>
          <a:stretch/>
        </p:blipFill>
        <p:spPr>
          <a:xfrm>
            <a:off x="-108000" y="-102684"/>
            <a:ext cx="9360000" cy="7063367"/>
          </a:xfrm>
          <a:prstGeom prst="rect">
            <a:avLst/>
          </a:prstGeom>
        </p:spPr>
      </p:pic>
      <p:sp>
        <p:nvSpPr>
          <p:cNvPr id="6146" name="Title Placeholder 1"/>
          <p:cNvSpPr>
            <a:spLocks noGrp="1" noRot="1" noMove="1" noResize="1" noEditPoints="1" noAdjustHandles="1" noChangeArrowheads="1" noChangeShapeType="1"/>
          </p:cNvSpPr>
          <p:nvPr>
            <p:ph type="title"/>
          </p:nvPr>
        </p:nvSpPr>
        <p:spPr bwMode="auto">
          <a:xfrm>
            <a:off x="381000" y="151200"/>
            <a:ext cx="8305800" cy="492443"/>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p>
            <a:pPr lvl="0"/>
            <a:r>
              <a:rPr lang="en-US" noProof="0"/>
              <a:t>Title</a:t>
            </a:r>
          </a:p>
        </p:txBody>
      </p:sp>
      <p:sp>
        <p:nvSpPr>
          <p:cNvPr id="6147" name="Text Placeholder 2"/>
          <p:cNvSpPr>
            <a:spLocks noGrp="1"/>
          </p:cNvSpPr>
          <p:nvPr>
            <p:ph type="body" idx="1"/>
          </p:nvPr>
        </p:nvSpPr>
        <p:spPr bwMode="auto">
          <a:xfrm>
            <a:off x="381000" y="1646238"/>
            <a:ext cx="8305800" cy="1341906"/>
          </a:xfrm>
          <a:prstGeom prst="rect">
            <a:avLst/>
          </a:prstGeom>
          <a:noFill/>
          <a:ln w="9525">
            <a:noFill/>
            <a:miter lim="800000"/>
            <a:headEnd/>
            <a:tailEnd/>
          </a:ln>
        </p:spPr>
        <p:txBody>
          <a:bodyPr vert="horz" wrap="square" lIns="0" tIns="45720" rIns="0" bIns="45720" numCol="1" anchor="t" anchorCtr="0" compatLnSpc="1">
            <a:prstTxWarp prst="textNoShape">
              <a:avLst/>
            </a:prstTxWarp>
            <a:sp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Box 3">
            <a:extLst>
              <a:ext uri="{FF2B5EF4-FFF2-40B4-BE49-F238E27FC236}">
                <a16:creationId xmlns:a16="http://schemas.microsoft.com/office/drawing/2014/main" id="{4853580E-17DA-3834-62AA-B4938277A46E}"/>
              </a:ext>
            </a:extLst>
          </p:cNvPr>
          <p:cNvSpPr txBox="1"/>
          <p:nvPr userDrawn="1"/>
        </p:nvSpPr>
        <p:spPr>
          <a:xfrm>
            <a:off x="7848601" y="152400"/>
            <a:ext cx="1447800" cy="553998"/>
          </a:xfrm>
          <a:prstGeom prst="rect">
            <a:avLst/>
          </a:prstGeom>
          <a:noFill/>
        </p:spPr>
        <p:txBody>
          <a:bodyPr wrap="square" lIns="0" tIns="0" rIns="0" bIns="0" rtlCol="0">
            <a:spAutoFit/>
          </a:bodyPr>
          <a:lstStyle/>
          <a:p>
            <a:r>
              <a:rPr lang="en-GB" sz="1800" b="1" err="1">
                <a:solidFill>
                  <a:schemeClr val="bg1"/>
                </a:solidFill>
                <a:latin typeface="Times New Roman" panose="02020603050405020304" pitchFamily="18" charset="0"/>
                <a:cs typeface="Times New Roman" panose="02020603050405020304" pitchFamily="18" charset="0"/>
              </a:rPr>
              <a:t>Inicio</a:t>
            </a:r>
            <a:r>
              <a:rPr lang="en-GB" sz="1800" b="1">
                <a:solidFill>
                  <a:schemeClr val="bg1"/>
                </a:solidFill>
                <a:latin typeface="Times New Roman" panose="02020603050405020304" pitchFamily="18" charset="0"/>
                <a:cs typeface="Times New Roman" panose="02020603050405020304" pitchFamily="18" charset="0"/>
              </a:rPr>
              <a:t> Financial</a:t>
            </a:r>
          </a:p>
        </p:txBody>
      </p:sp>
    </p:spTree>
  </p:cSld>
  <p:clrMap bg1="lt1" tx1="dk1" bg2="lt2" tx2="dk2" accent1="accent1" accent2="accent2" accent3="accent3" accent4="accent4" accent5="accent5" accent6="accent6" hlink="hlink" folHlink="folHlink"/>
  <p:sldLayoutIdLst>
    <p:sldLayoutId id="2147483953" r:id="rId1"/>
    <p:sldLayoutId id="2147483951" r:id="rId2"/>
    <p:sldLayoutId id="2147483952" r:id="rId3"/>
    <p:sldLayoutId id="2147483954" r:id="rId4"/>
  </p:sldLayoutIdLst>
  <p:hf sldNum="0" hdr="0" ftr="0" dt="0"/>
  <p:txStyles>
    <p:titleStyle>
      <a:lvl1pPr algn="just" rtl="0" eaLnBrk="0" fontAlgn="base" hangingPunct="0">
        <a:spcBef>
          <a:spcPct val="0"/>
        </a:spcBef>
        <a:spcAft>
          <a:spcPct val="0"/>
        </a:spcAft>
        <a:defRPr sz="3200" b="0" kern="1200">
          <a:solidFill>
            <a:schemeClr val="bg1"/>
          </a:solidFill>
          <a:latin typeface="Times New Roman" panose="02020603050405020304" pitchFamily="18" charset="0"/>
          <a:ea typeface="+mj-ea"/>
          <a:cs typeface="Times New Roman" panose="02020603050405020304" pitchFamily="18" charset="0"/>
        </a:defRPr>
      </a:lvl1pPr>
      <a:lvl2pPr algn="just" rtl="0" eaLnBrk="0" fontAlgn="base" hangingPunct="0">
        <a:spcBef>
          <a:spcPct val="0"/>
        </a:spcBef>
        <a:spcAft>
          <a:spcPct val="0"/>
        </a:spcAft>
        <a:defRPr sz="3200">
          <a:solidFill>
            <a:schemeClr val="tx1"/>
          </a:solidFill>
          <a:latin typeface="Arial" charset="0"/>
        </a:defRPr>
      </a:lvl2pPr>
      <a:lvl3pPr algn="just" rtl="0" eaLnBrk="0" fontAlgn="base" hangingPunct="0">
        <a:spcBef>
          <a:spcPct val="0"/>
        </a:spcBef>
        <a:spcAft>
          <a:spcPct val="0"/>
        </a:spcAft>
        <a:defRPr sz="3200">
          <a:solidFill>
            <a:schemeClr val="tx1"/>
          </a:solidFill>
          <a:latin typeface="Arial" charset="0"/>
        </a:defRPr>
      </a:lvl3pPr>
      <a:lvl4pPr algn="just" rtl="0" eaLnBrk="0" fontAlgn="base" hangingPunct="0">
        <a:spcBef>
          <a:spcPct val="0"/>
        </a:spcBef>
        <a:spcAft>
          <a:spcPct val="0"/>
        </a:spcAft>
        <a:defRPr sz="3200">
          <a:solidFill>
            <a:schemeClr val="tx1"/>
          </a:solidFill>
          <a:latin typeface="Arial" charset="0"/>
        </a:defRPr>
      </a:lvl4pPr>
      <a:lvl5pPr algn="just" rtl="0" eaLnBrk="0" fontAlgn="base" hangingPunct="0">
        <a:spcBef>
          <a:spcPct val="0"/>
        </a:spcBef>
        <a:spcAft>
          <a:spcPct val="0"/>
        </a:spcAft>
        <a:defRPr sz="3200">
          <a:solidFill>
            <a:schemeClr val="tx1"/>
          </a:solidFill>
          <a:latin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173038" indent="-173038" algn="l" rtl="0" eaLnBrk="0" fontAlgn="base" hangingPunct="0">
        <a:spcBef>
          <a:spcPct val="20000"/>
        </a:spcBef>
        <a:spcAft>
          <a:spcPct val="0"/>
        </a:spcAft>
        <a:buClrTx/>
        <a:buSzPct val="120000"/>
        <a:buFont typeface="Wingdings" panose="05000000000000000000" pitchFamily="2" charset="2"/>
        <a:buChar char="§"/>
        <a:defRPr sz="1400" kern="1200">
          <a:solidFill>
            <a:schemeClr val="bg1"/>
          </a:solidFill>
          <a:latin typeface="Times New Roman" panose="02020603050405020304" pitchFamily="18" charset="0"/>
          <a:ea typeface="+mn-ea"/>
          <a:cs typeface="Times New Roman" panose="02020603050405020304" pitchFamily="18" charset="0"/>
        </a:defRPr>
      </a:lvl1pPr>
      <a:lvl2pPr marL="346075" indent="-173038" algn="l" rtl="0" eaLnBrk="0" fontAlgn="base" hangingPunct="0">
        <a:spcBef>
          <a:spcPct val="20000"/>
        </a:spcBef>
        <a:spcAft>
          <a:spcPct val="0"/>
        </a:spcAft>
        <a:buClrTx/>
        <a:buSzPct val="120000"/>
        <a:buFont typeface="Arial" panose="020B0604020202020204" pitchFamily="34" charset="0"/>
        <a:buChar char="•"/>
        <a:defRPr sz="1400" kern="1200">
          <a:solidFill>
            <a:schemeClr val="bg1"/>
          </a:solidFill>
          <a:latin typeface="Times New Roman" panose="02020603050405020304" pitchFamily="18" charset="0"/>
          <a:ea typeface="+mn-ea"/>
          <a:cs typeface="Times New Roman" panose="02020603050405020304" pitchFamily="18" charset="0"/>
        </a:defRPr>
      </a:lvl2pPr>
      <a:lvl3pPr marL="568325" indent="-228600" algn="l" rtl="0" eaLnBrk="0" fontAlgn="base" hangingPunct="0">
        <a:spcBef>
          <a:spcPct val="20000"/>
        </a:spcBef>
        <a:spcAft>
          <a:spcPct val="0"/>
        </a:spcAft>
        <a:buClrTx/>
        <a:buSzPct val="120000"/>
        <a:buFont typeface="Wingdings" panose="05000000000000000000" pitchFamily="2" charset="2"/>
        <a:buChar char="Ø"/>
        <a:defRPr sz="1400" kern="1200">
          <a:solidFill>
            <a:schemeClr val="bg1"/>
          </a:solidFill>
          <a:latin typeface="Times New Roman" panose="02020603050405020304" pitchFamily="18" charset="0"/>
          <a:ea typeface="+mn-ea"/>
          <a:cs typeface="Times New Roman" panose="02020603050405020304" pitchFamily="18" charset="0"/>
        </a:defRPr>
      </a:lvl3pPr>
      <a:lvl4pPr marL="803275" indent="-228600" algn="l" rtl="0" eaLnBrk="0" fontAlgn="base" hangingPunct="0">
        <a:spcBef>
          <a:spcPct val="20000"/>
        </a:spcBef>
        <a:spcAft>
          <a:spcPct val="0"/>
        </a:spcAft>
        <a:buClrTx/>
        <a:buSzPct val="120000"/>
        <a:buFont typeface="Arial" charset="0"/>
        <a:buChar char="–"/>
        <a:defRPr sz="1400" kern="1200">
          <a:solidFill>
            <a:schemeClr val="bg1"/>
          </a:solidFill>
          <a:latin typeface="Times New Roman" panose="02020603050405020304" pitchFamily="18" charset="0"/>
          <a:ea typeface="+mn-ea"/>
          <a:cs typeface="Times New Roman" panose="02020603050405020304" pitchFamily="18" charset="0"/>
        </a:defRPr>
      </a:lvl4pPr>
      <a:lvl5pPr marL="1025525" indent="-228600" algn="l" rtl="0" eaLnBrk="0" fontAlgn="base" hangingPunct="0">
        <a:spcBef>
          <a:spcPct val="20000"/>
        </a:spcBef>
        <a:spcAft>
          <a:spcPct val="0"/>
        </a:spcAft>
        <a:buClrTx/>
        <a:buSzPct val="120000"/>
        <a:buFont typeface="Arial" charset="0"/>
        <a:buChar char="»"/>
        <a:defRPr sz="1400" kern="1200">
          <a:solidFill>
            <a:schemeClr val="bg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BD517-6AD3-170F-6223-2338680EBB92}"/>
              </a:ext>
            </a:extLst>
          </p:cNvPr>
          <p:cNvSpPr>
            <a:spLocks noGrp="1"/>
          </p:cNvSpPr>
          <p:nvPr>
            <p:ph type="ctrTitle"/>
          </p:nvPr>
        </p:nvSpPr>
        <p:spPr>
          <a:xfrm>
            <a:off x="381000" y="2649994"/>
            <a:ext cx="7772400" cy="430887"/>
          </a:xfrm>
        </p:spPr>
        <p:txBody>
          <a:bodyPr/>
          <a:lstStyle/>
          <a:p>
            <a:r>
              <a:rPr lang="en-GB" sz="2800" b="1"/>
              <a:t>Weekly Macro Report</a:t>
            </a:r>
          </a:p>
        </p:txBody>
      </p:sp>
      <p:sp>
        <p:nvSpPr>
          <p:cNvPr id="3" name="Subtitle 2">
            <a:extLst>
              <a:ext uri="{FF2B5EF4-FFF2-40B4-BE49-F238E27FC236}">
                <a16:creationId xmlns:a16="http://schemas.microsoft.com/office/drawing/2014/main" id="{0E999078-82A1-52A9-34F4-07E2D1282240}"/>
              </a:ext>
            </a:extLst>
          </p:cNvPr>
          <p:cNvSpPr>
            <a:spLocks noGrp="1"/>
          </p:cNvSpPr>
          <p:nvPr>
            <p:ph type="subTitle" idx="1"/>
          </p:nvPr>
        </p:nvSpPr>
        <p:spPr>
          <a:xfrm>
            <a:off x="381000" y="3352800"/>
            <a:ext cx="6400800" cy="246221"/>
          </a:xfrm>
        </p:spPr>
        <p:txBody>
          <a:bodyPr/>
          <a:lstStyle/>
          <a:p>
            <a:r>
              <a:rPr lang="en-GB" sz="1600">
                <a:solidFill>
                  <a:schemeClr val="bg1">
                    <a:lumMod val="50000"/>
                  </a:schemeClr>
                </a:solidFill>
              </a:rPr>
              <a:t>Week beginning: 20</a:t>
            </a:r>
            <a:r>
              <a:rPr lang="en-GB" sz="1600" baseline="30000">
                <a:solidFill>
                  <a:schemeClr val="bg1">
                    <a:lumMod val="50000"/>
                  </a:schemeClr>
                </a:solidFill>
              </a:rPr>
              <a:t>th</a:t>
            </a:r>
            <a:r>
              <a:rPr lang="en-GB" sz="1600">
                <a:solidFill>
                  <a:schemeClr val="bg1">
                    <a:lumMod val="50000"/>
                  </a:schemeClr>
                </a:solidFill>
              </a:rPr>
              <a:t> May 2024</a:t>
            </a:r>
          </a:p>
        </p:txBody>
      </p:sp>
    </p:spTree>
    <p:extLst>
      <p:ext uri="{BB962C8B-B14F-4D97-AF65-F5344CB8AC3E}">
        <p14:creationId xmlns:p14="http://schemas.microsoft.com/office/powerpoint/2010/main" val="2077210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35AE92-35B1-C0D5-76AB-6A670B611CAD}"/>
              </a:ext>
            </a:extLst>
          </p:cNvPr>
          <p:cNvSpPr>
            <a:spLocks noGrp="1"/>
          </p:cNvSpPr>
          <p:nvPr>
            <p:ph type="title"/>
          </p:nvPr>
        </p:nvSpPr>
        <p:spPr>
          <a:xfrm>
            <a:off x="381000" y="219532"/>
            <a:ext cx="8305800" cy="430887"/>
          </a:xfrm>
        </p:spPr>
        <p:txBody>
          <a:bodyPr/>
          <a:lstStyle/>
          <a:p>
            <a:r>
              <a:rPr lang="en-GB" sz="2800" b="1"/>
              <a:t>Major business news</a:t>
            </a:r>
            <a:endParaRPr lang="en-FR" sz="3000" b="1"/>
          </a:p>
        </p:txBody>
      </p:sp>
      <p:sp>
        <p:nvSpPr>
          <p:cNvPr id="6" name="Rounded Rectangle 5">
            <a:extLst>
              <a:ext uri="{FF2B5EF4-FFF2-40B4-BE49-F238E27FC236}">
                <a16:creationId xmlns:a16="http://schemas.microsoft.com/office/drawing/2014/main" id="{A595D64D-B4E0-0424-5DC7-71D7E0D122BD}"/>
              </a:ext>
            </a:extLst>
          </p:cNvPr>
          <p:cNvSpPr/>
          <p:nvPr/>
        </p:nvSpPr>
        <p:spPr>
          <a:xfrm>
            <a:off x="612000" y="1295400"/>
            <a:ext cx="7920000" cy="5081868"/>
          </a:xfrm>
          <a:prstGeom prst="roundRect">
            <a:avLst>
              <a:gd name="adj" fmla="val 1673"/>
            </a:avLst>
          </a:prstGeom>
          <a:solidFill>
            <a:schemeClr val="bg1">
              <a:lumMod val="65000"/>
              <a:alpha val="34961"/>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0" tIns="360000" rIns="360000" bIns="360000" rtlCol="0" anchor="ctr"/>
          <a:lstStyle/>
          <a:p>
            <a:pPr marL="285750" marR="0" lvl="0" indent="-285750" algn="just" defTabSz="914400" rtl="0" eaLnBrk="1" fontAlgn="base" latinLnBrk="0" hangingPunct="1">
              <a:lnSpc>
                <a:spcPct val="100000"/>
              </a:lnSpc>
              <a:spcBef>
                <a:spcPct val="20000"/>
              </a:spcBef>
              <a:spcAft>
                <a:spcPts val="1000"/>
              </a:spcAft>
              <a:buClrTx/>
              <a:buSzPct val="150000"/>
              <a:buFont typeface="Wingdings" pitchFamily="2" charset="2"/>
              <a:buChar char="§"/>
              <a:tabLst/>
              <a:defRPr/>
            </a:pPr>
            <a:r>
              <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Times New Roman" panose="02020603050405020304" pitchFamily="18" charset="0"/>
              </a:rPr>
              <a:t>Nvidia soars to new highs defying investors expectations, with revenue more than tripling to $26 billion and profit per share reaching $6.12. This exceeds analyst expectations of $24.7 billion in earnings and an EPS of $5.65. This news has pushed Nvidia stock above the $1000 mark for the first time and comes as they announce a 10 to 1 stock split. All in all, this will add around $140 billion to Nvidia’s valuation.</a:t>
            </a:r>
          </a:p>
          <a:p>
            <a:pPr marL="285750" marR="0" lvl="0" indent="-285750" algn="just" defTabSz="914400" rtl="0" eaLnBrk="1" fontAlgn="base" latinLnBrk="0" hangingPunct="1">
              <a:lnSpc>
                <a:spcPct val="100000"/>
              </a:lnSpc>
              <a:spcBef>
                <a:spcPct val="20000"/>
              </a:spcBef>
              <a:spcAft>
                <a:spcPts val="1000"/>
              </a:spcAft>
              <a:buClrTx/>
              <a:buSzPct val="150000"/>
              <a:buFont typeface="Wingdings" pitchFamily="2" charset="2"/>
              <a:buChar char="§"/>
              <a:tabLst/>
              <a:defRPr/>
            </a:pPr>
            <a:r>
              <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Times New Roman" panose="02020603050405020304" pitchFamily="18" charset="0"/>
              </a:rPr>
              <a:t>Colonial First State (CFS) the Australian wealth management group which manages $100 billion plans to add billions in private credit deals. It anticipates sticky inflation will keep interest rates elevated for longer, bolstering a positive outlook for private credit. This follows the trend of Australian pension funds allocating more capital towards private credit, seeking higher returns.</a:t>
            </a:r>
          </a:p>
          <a:p>
            <a:pPr marL="285750" marR="0" lvl="0" indent="-285750" algn="just" defTabSz="914400" rtl="0" eaLnBrk="1" fontAlgn="base" latinLnBrk="0" hangingPunct="1">
              <a:lnSpc>
                <a:spcPct val="100000"/>
              </a:lnSpc>
              <a:spcBef>
                <a:spcPct val="20000"/>
              </a:spcBef>
              <a:spcAft>
                <a:spcPts val="1000"/>
              </a:spcAft>
              <a:buClrTx/>
              <a:buSzPct val="150000"/>
              <a:buFont typeface="Wingdings" pitchFamily="2" charset="2"/>
              <a:buChar char="§"/>
              <a:tabLst/>
              <a:defRPr/>
            </a:pPr>
            <a:r>
              <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Times New Roman" panose="02020603050405020304" pitchFamily="18" charset="0"/>
              </a:rPr>
              <a:t>Musk’s </a:t>
            </a:r>
            <a:r>
              <a:rPr kumimoji="0" lang="en-US" sz="1600" i="0" u="none" strike="noStrike" kern="1200" cap="none" spc="0" normalizeH="0" baseline="0" noProof="0" err="1">
                <a:ln>
                  <a:noFill/>
                </a:ln>
                <a:solidFill>
                  <a:prstClr val="white"/>
                </a:solidFill>
                <a:effectLst/>
                <a:uLnTx/>
                <a:uFillTx/>
                <a:latin typeface="Avenir Next LT Pro" panose="020B0504020202020204" pitchFamily="34" charset="0"/>
                <a:cs typeface="Times New Roman" panose="02020603050405020304" pitchFamily="18" charset="0"/>
              </a:rPr>
              <a:t>xAI</a:t>
            </a:r>
            <a:r>
              <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Times New Roman" panose="02020603050405020304" pitchFamily="18" charset="0"/>
              </a:rPr>
              <a:t> has raised $6 billion in its series B funding round, backed by Andreesen Horowitz and Sequoia capital.</a:t>
            </a:r>
          </a:p>
        </p:txBody>
      </p:sp>
    </p:spTree>
    <p:extLst>
      <p:ext uri="{BB962C8B-B14F-4D97-AF65-F5344CB8AC3E}">
        <p14:creationId xmlns:p14="http://schemas.microsoft.com/office/powerpoint/2010/main" val="3660141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35AE92-35B1-C0D5-76AB-6A670B611CAD}"/>
              </a:ext>
            </a:extLst>
          </p:cNvPr>
          <p:cNvSpPr>
            <a:spLocks noGrp="1"/>
          </p:cNvSpPr>
          <p:nvPr>
            <p:ph type="title"/>
          </p:nvPr>
        </p:nvSpPr>
        <p:spPr>
          <a:xfrm>
            <a:off x="381000" y="219532"/>
            <a:ext cx="8305800" cy="430887"/>
          </a:xfrm>
        </p:spPr>
        <p:txBody>
          <a:bodyPr/>
          <a:lstStyle/>
          <a:p>
            <a:r>
              <a:rPr lang="en-GB" sz="2800" b="1"/>
              <a:t>Central </a:t>
            </a:r>
            <a:r>
              <a:rPr lang="en-GB" sz="2800"/>
              <a:t>b</a:t>
            </a:r>
            <a:r>
              <a:rPr lang="en-GB" sz="2800" b="1"/>
              <a:t>ank </a:t>
            </a:r>
            <a:r>
              <a:rPr lang="en-GB" sz="2800"/>
              <a:t>news</a:t>
            </a:r>
            <a:endParaRPr lang="en-FR" sz="3000" b="1"/>
          </a:p>
        </p:txBody>
      </p:sp>
      <p:sp>
        <p:nvSpPr>
          <p:cNvPr id="6" name="Rounded Rectangle 5">
            <a:extLst>
              <a:ext uri="{FF2B5EF4-FFF2-40B4-BE49-F238E27FC236}">
                <a16:creationId xmlns:a16="http://schemas.microsoft.com/office/drawing/2014/main" id="{A595D64D-B4E0-0424-5DC7-71D7E0D122BD}"/>
              </a:ext>
            </a:extLst>
          </p:cNvPr>
          <p:cNvSpPr/>
          <p:nvPr/>
        </p:nvSpPr>
        <p:spPr>
          <a:xfrm>
            <a:off x="612000" y="1295400"/>
            <a:ext cx="7920000" cy="5081868"/>
          </a:xfrm>
          <a:prstGeom prst="roundRect">
            <a:avLst>
              <a:gd name="adj" fmla="val 1673"/>
            </a:avLst>
          </a:prstGeom>
          <a:solidFill>
            <a:schemeClr val="bg1">
              <a:lumMod val="65000"/>
              <a:alpha val="34961"/>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0" tIns="360000" rIns="360000" bIns="360000" rtlCol="0" anchor="ctr"/>
          <a:lstStyle/>
          <a:p>
            <a:pPr marL="285750" marR="0" lvl="0" indent="-285750" algn="just" defTabSz="914400" rtl="0" eaLnBrk="1" fontAlgn="base" latinLnBrk="0" hangingPunct="1">
              <a:lnSpc>
                <a:spcPct val="100000"/>
              </a:lnSpc>
              <a:spcBef>
                <a:spcPct val="20000"/>
              </a:spcBef>
              <a:spcAft>
                <a:spcPts val="1000"/>
              </a:spcAft>
              <a:buClrTx/>
              <a:buSzPct val="150000"/>
              <a:buFont typeface="Wingdings" pitchFamily="2" charset="2"/>
              <a:buChar char="§"/>
              <a:tabLst/>
              <a:defRPr/>
            </a:pPr>
            <a:r>
              <a:rPr lang="en-US" sz="1600">
                <a:solidFill>
                  <a:prstClr val="white"/>
                </a:solidFill>
                <a:latin typeface="Avenir Next LT Pro" panose="020B0504020202020204" pitchFamily="34" charset="0"/>
                <a:cs typeface="Times New Roman" panose="02020603050405020304" pitchFamily="18" charset="0"/>
              </a:rPr>
              <a:t>FED Governor Christopher Waller has claimed that a softening in the data over the next three to five months would allow the central bank to consider rate cuts in late 2024, highlighting the need for “several more” reassuring inflation figures.</a:t>
            </a:r>
          </a:p>
          <a:p>
            <a:pPr marL="285750" marR="0" lvl="0" indent="-285750" algn="just" defTabSz="914400" rtl="0" eaLnBrk="1" fontAlgn="base" latinLnBrk="0" hangingPunct="1">
              <a:lnSpc>
                <a:spcPct val="100000"/>
              </a:lnSpc>
              <a:spcBef>
                <a:spcPct val="20000"/>
              </a:spcBef>
              <a:spcAft>
                <a:spcPts val="1000"/>
              </a:spcAft>
              <a:buClrTx/>
              <a:buSzPct val="150000"/>
              <a:buFont typeface="Wingdings" pitchFamily="2" charset="2"/>
              <a:buChar char="§"/>
              <a:tabLst/>
              <a:defRPr/>
            </a:pPr>
            <a:r>
              <a:rPr lang="en-US" sz="1600">
                <a:solidFill>
                  <a:prstClr val="white"/>
                </a:solidFill>
                <a:latin typeface="Avenir Next LT Pro" panose="020B0504020202020204" pitchFamily="34" charset="0"/>
                <a:cs typeface="Times New Roman" panose="02020603050405020304" pitchFamily="18" charset="0"/>
              </a:rPr>
              <a:t>Bets supporting a Bank of England rate cut have diminished following a slower than expected decline in April’s consumer inflation figures, this has been reflected in the strengthening of the Pound sterling against the dollar</a:t>
            </a:r>
          </a:p>
          <a:p>
            <a:pPr marL="285750" indent="-285750" algn="just">
              <a:spcBef>
                <a:spcPct val="20000"/>
              </a:spcBef>
              <a:spcAft>
                <a:spcPts val="1000"/>
              </a:spcAft>
              <a:buSzPct val="150000"/>
              <a:buFont typeface="Wingdings" pitchFamily="2" charset="2"/>
              <a:buChar char="§"/>
              <a:defRPr/>
            </a:pPr>
            <a:r>
              <a:rPr lang="en-US" sz="1600">
                <a:solidFill>
                  <a:prstClr val="white"/>
                </a:solidFill>
                <a:latin typeface="Avenir Next LT Pro" panose="020B0504020202020204" pitchFamily="34" charset="0"/>
                <a:cs typeface="Times New Roman" panose="02020603050405020304" pitchFamily="18" charset="0"/>
              </a:rPr>
              <a:t>The European Central Bank has signaled it will be the first major bank to start cutting interest rates at its next meeting. This news has been reflected in the positive performance of the Stoxx 600 Index and marks a divergence from the attitude of the FED and Bank of England.</a:t>
            </a:r>
          </a:p>
          <a:p>
            <a:pPr marL="285750" indent="-285750" algn="just">
              <a:spcBef>
                <a:spcPct val="20000"/>
              </a:spcBef>
              <a:spcAft>
                <a:spcPts val="1000"/>
              </a:spcAft>
              <a:buSzPct val="150000"/>
              <a:buFont typeface="Wingdings" pitchFamily="2" charset="2"/>
              <a:buChar char="§"/>
              <a:defRPr/>
            </a:pPr>
            <a:r>
              <a:rPr lang="en-US" sz="1600">
                <a:solidFill>
                  <a:prstClr val="white"/>
                </a:solidFill>
                <a:latin typeface="Avenir Next LT Pro" panose="020B0504020202020204" pitchFamily="34" charset="0"/>
                <a:cs typeface="Times New Roman" panose="02020603050405020304" pitchFamily="18" charset="0"/>
              </a:rPr>
              <a:t>Former Bank of Japan (BOJ) board member </a:t>
            </a:r>
            <a:r>
              <a:rPr lang="en-US" sz="1600" err="1">
                <a:solidFill>
                  <a:prstClr val="white"/>
                </a:solidFill>
                <a:latin typeface="Avenir Next LT Pro" panose="020B0504020202020204" pitchFamily="34" charset="0"/>
                <a:cs typeface="Times New Roman" panose="02020603050405020304" pitchFamily="18" charset="0"/>
              </a:rPr>
              <a:t>Takoko</a:t>
            </a:r>
            <a:r>
              <a:rPr lang="en-US" sz="1600">
                <a:solidFill>
                  <a:prstClr val="white"/>
                </a:solidFill>
                <a:latin typeface="Avenir Next LT Pro" panose="020B0504020202020204" pitchFamily="34" charset="0"/>
                <a:cs typeface="Times New Roman" panose="02020603050405020304" pitchFamily="18" charset="0"/>
              </a:rPr>
              <a:t> Masai has signaled that the BOJ has scope to raise its rate as high as 0.5% if current economic conditions persist. </a:t>
            </a:r>
            <a:endParaRPr kumimoji="0" lang="en-US" sz="1600" i="0" u="none" strike="noStrike" kern="1200" cap="none" spc="0" normalizeH="0" baseline="0" noProof="0">
              <a:ln>
                <a:noFill/>
              </a:ln>
              <a:solidFill>
                <a:prstClr val="white"/>
              </a:solidFill>
              <a:effectLst/>
              <a:uLnTx/>
              <a:uFillTx/>
              <a:latin typeface="Avenir Next LT Pro" panose="020B0504020202020204" pitchFamily="34" charset="0"/>
              <a:cs typeface="Times New Roman" panose="02020603050405020304" pitchFamily="18" charset="0"/>
            </a:endParaRPr>
          </a:p>
        </p:txBody>
      </p:sp>
    </p:spTree>
    <p:extLst>
      <p:ext uri="{BB962C8B-B14F-4D97-AF65-F5344CB8AC3E}">
        <p14:creationId xmlns:p14="http://schemas.microsoft.com/office/powerpoint/2010/main" val="3153524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35AE92-35B1-C0D5-76AB-6A670B611CAD}"/>
              </a:ext>
            </a:extLst>
          </p:cNvPr>
          <p:cNvSpPr>
            <a:spLocks noGrp="1"/>
          </p:cNvSpPr>
          <p:nvPr>
            <p:ph type="title"/>
          </p:nvPr>
        </p:nvSpPr>
        <p:spPr>
          <a:xfrm>
            <a:off x="381000" y="219532"/>
            <a:ext cx="8305800" cy="430887"/>
          </a:xfrm>
        </p:spPr>
        <p:txBody>
          <a:bodyPr/>
          <a:lstStyle/>
          <a:p>
            <a:r>
              <a:rPr lang="en-GB" sz="2800">
                <a:latin typeface="Times New Roman"/>
                <a:cs typeface="Times New Roman"/>
              </a:rPr>
              <a:t>Story of the week: Citigroup fined £62 million </a:t>
            </a:r>
            <a:endParaRPr lang="en-FR" sz="2800" b="1"/>
          </a:p>
        </p:txBody>
      </p:sp>
      <p:sp>
        <p:nvSpPr>
          <p:cNvPr id="6" name="Rounded Rectangle 5">
            <a:extLst>
              <a:ext uri="{FF2B5EF4-FFF2-40B4-BE49-F238E27FC236}">
                <a16:creationId xmlns:a16="http://schemas.microsoft.com/office/drawing/2014/main" id="{A595D64D-B4E0-0424-5DC7-71D7E0D122BD}"/>
              </a:ext>
            </a:extLst>
          </p:cNvPr>
          <p:cNvSpPr/>
          <p:nvPr/>
        </p:nvSpPr>
        <p:spPr>
          <a:xfrm>
            <a:off x="612000" y="1296000"/>
            <a:ext cx="7920000" cy="5081868"/>
          </a:xfrm>
          <a:prstGeom prst="roundRect">
            <a:avLst>
              <a:gd name="adj" fmla="val 1673"/>
            </a:avLst>
          </a:prstGeom>
          <a:solidFill>
            <a:schemeClr val="bg1">
              <a:lumMod val="65000"/>
              <a:alpha val="34961"/>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0" tIns="360000" rIns="360000" bIns="360000" rtlCol="0" anchor="ctr"/>
          <a:lstStyle/>
          <a:p>
            <a:pPr marL="285750" indent="-285750" algn="just">
              <a:spcBef>
                <a:spcPct val="20000"/>
              </a:spcBef>
              <a:spcAft>
                <a:spcPts val="1000"/>
              </a:spcAft>
              <a:buSzPct val="150000"/>
              <a:buFont typeface="Wingdings" pitchFamily="2" charset="2"/>
              <a:buChar char="§"/>
              <a:defRPr/>
            </a:pPr>
            <a:r>
              <a:rPr lang="en-GB" sz="1600">
                <a:latin typeface="Avenir Next LT Pro" panose="020B0504020202020204" pitchFamily="34" charset="0"/>
              </a:rPr>
              <a:t>Citigroup has been fined £62 million after a trader’s fat finger blunder initiated a Europe wide selloff in 2022. The flash crash that followed wiped $325 billion off European stocks at one point.</a:t>
            </a:r>
            <a:endParaRPr lang="en-US" sz="1600">
              <a:solidFill>
                <a:prstClr val="white"/>
              </a:solidFill>
              <a:latin typeface="Avenir Next LT Pro" panose="020B0504020202020204" pitchFamily="34" charset="0"/>
              <a:cs typeface="Times New Roman" panose="02020603050405020304" pitchFamily="18" charset="0"/>
            </a:endParaRPr>
          </a:p>
          <a:p>
            <a:pPr marL="285750" indent="-285750" algn="just">
              <a:spcBef>
                <a:spcPct val="20000"/>
              </a:spcBef>
              <a:spcAft>
                <a:spcPts val="1000"/>
              </a:spcAft>
              <a:buSzPct val="150000"/>
              <a:buFont typeface="Wingdings" pitchFamily="2" charset="2"/>
              <a:buChar char="§"/>
              <a:defRPr/>
            </a:pPr>
            <a:r>
              <a:rPr lang="en-GB" sz="1600">
                <a:latin typeface="Avenir Next LT Pro" panose="020B0504020202020204" pitchFamily="34" charset="0"/>
              </a:rPr>
              <a:t>The trader had attempted to execute a trade hedging the bank’s exposure to the MSCI world index, which under normal circumstances would be executed by a tool unavailable at this time.</a:t>
            </a:r>
          </a:p>
          <a:p>
            <a:pPr marL="285750" indent="-285750" algn="just">
              <a:spcBef>
                <a:spcPct val="20000"/>
              </a:spcBef>
              <a:spcAft>
                <a:spcPts val="1000"/>
              </a:spcAft>
              <a:buSzPct val="150000"/>
              <a:buFont typeface="Wingdings" pitchFamily="2" charset="2"/>
              <a:buChar char="§"/>
              <a:defRPr/>
            </a:pPr>
            <a:r>
              <a:rPr lang="en-GB" sz="1600">
                <a:latin typeface="Avenir Next LT Pro" panose="020B0504020202020204" pitchFamily="34" charset="0"/>
              </a:rPr>
              <a:t>The trader then proceeded to manually assemble a basket of stocks. Traders at Citigroup have the option to enter the notional value of a trade or the quantity of index units they want to trade. </a:t>
            </a:r>
          </a:p>
          <a:p>
            <a:pPr marL="285750" indent="-285750" algn="just">
              <a:spcBef>
                <a:spcPct val="20000"/>
              </a:spcBef>
              <a:spcAft>
                <a:spcPts val="1000"/>
              </a:spcAft>
              <a:buSzPct val="150000"/>
              <a:buFont typeface="Wingdings" pitchFamily="2" charset="2"/>
              <a:buChar char="§"/>
              <a:defRPr/>
            </a:pPr>
            <a:r>
              <a:rPr lang="en-GB" sz="1600">
                <a:latin typeface="Avenir Next LT Pro" panose="020B0504020202020204" pitchFamily="34" charset="0"/>
              </a:rPr>
              <a:t>The trader intended to assemble a basket of equities valued at $58 million but accidentally entered 58 million into the quantity field, creating a $444 billion basket with 349 stocks from 13 different countries.</a:t>
            </a:r>
          </a:p>
          <a:p>
            <a:pPr marL="285750" indent="-285750" algn="just">
              <a:spcBef>
                <a:spcPct val="20000"/>
              </a:spcBef>
              <a:spcAft>
                <a:spcPts val="1000"/>
              </a:spcAft>
              <a:buSzPct val="150000"/>
              <a:buFont typeface="Wingdings" pitchFamily="2" charset="2"/>
              <a:buChar char="§"/>
              <a:defRPr/>
            </a:pPr>
            <a:r>
              <a:rPr lang="en-GB" sz="1600">
                <a:latin typeface="Avenir Next LT Pro" panose="020B0504020202020204" pitchFamily="34" charset="0"/>
              </a:rPr>
              <a:t>After ignoring 711 warning messages and having most trades blocked, about $1.4 billion worth of equities were sold off, initiating the flash crash.</a:t>
            </a:r>
          </a:p>
        </p:txBody>
      </p:sp>
    </p:spTree>
    <p:extLst>
      <p:ext uri="{BB962C8B-B14F-4D97-AF65-F5344CB8AC3E}">
        <p14:creationId xmlns:p14="http://schemas.microsoft.com/office/powerpoint/2010/main" val="565120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35AE92-35B1-C0D5-76AB-6A670B611CAD}"/>
              </a:ext>
            </a:extLst>
          </p:cNvPr>
          <p:cNvSpPr>
            <a:spLocks noGrp="1"/>
          </p:cNvSpPr>
          <p:nvPr>
            <p:ph type="title"/>
          </p:nvPr>
        </p:nvSpPr>
        <p:spPr>
          <a:xfrm>
            <a:off x="381000" y="219532"/>
            <a:ext cx="8305800" cy="430887"/>
          </a:xfrm>
        </p:spPr>
        <p:txBody>
          <a:bodyPr/>
          <a:lstStyle/>
          <a:p>
            <a:r>
              <a:rPr lang="en-GB" sz="2800">
                <a:latin typeface="Times New Roman"/>
                <a:cs typeface="Times New Roman"/>
              </a:rPr>
              <a:t>Story of the week: Citigroup fined £62 million </a:t>
            </a:r>
            <a:endParaRPr lang="en-FR" sz="2800" b="1"/>
          </a:p>
        </p:txBody>
      </p:sp>
      <p:sp>
        <p:nvSpPr>
          <p:cNvPr id="6" name="Rounded Rectangle 5">
            <a:extLst>
              <a:ext uri="{FF2B5EF4-FFF2-40B4-BE49-F238E27FC236}">
                <a16:creationId xmlns:a16="http://schemas.microsoft.com/office/drawing/2014/main" id="{A595D64D-B4E0-0424-5DC7-71D7E0D122BD}"/>
              </a:ext>
            </a:extLst>
          </p:cNvPr>
          <p:cNvSpPr/>
          <p:nvPr/>
        </p:nvSpPr>
        <p:spPr>
          <a:xfrm>
            <a:off x="612865" y="1296000"/>
            <a:ext cx="7918269" cy="5081868"/>
          </a:xfrm>
          <a:prstGeom prst="roundRect">
            <a:avLst>
              <a:gd name="adj" fmla="val 1673"/>
            </a:avLst>
          </a:prstGeom>
          <a:solidFill>
            <a:schemeClr val="bg1">
              <a:lumMod val="65000"/>
              <a:alpha val="34961"/>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0" tIns="360000" rIns="360000" bIns="360000" rtlCol="0" anchor="ctr"/>
          <a:lstStyle/>
          <a:p>
            <a:pPr marL="285750" indent="-285750" algn="just">
              <a:spcBef>
                <a:spcPct val="20000"/>
              </a:spcBef>
              <a:spcAft>
                <a:spcPts val="1000"/>
              </a:spcAft>
              <a:buSzPct val="150000"/>
              <a:buFont typeface="Wingdings" pitchFamily="2" charset="2"/>
              <a:buChar char="§"/>
              <a:defRPr/>
            </a:pPr>
            <a:r>
              <a:rPr lang="en-GB" sz="1600">
                <a:latin typeface="Avenir Next LT Pro" panose="020B0504020202020204" pitchFamily="34" charset="0"/>
              </a:rPr>
              <a:t>This has raised regulatory questions regarding the risk management lapses that led to this incident, especially regarding Citigroup’s “hard and soft blocks” and the fact that the trader had overridden 711 warnings.</a:t>
            </a:r>
          </a:p>
          <a:p>
            <a:pPr marL="285750" indent="-285750" algn="just">
              <a:spcBef>
                <a:spcPct val="20000"/>
              </a:spcBef>
              <a:spcAft>
                <a:spcPts val="1000"/>
              </a:spcAft>
              <a:buSzPct val="150000"/>
              <a:buFont typeface="Wingdings" pitchFamily="2" charset="2"/>
              <a:buChar char="§"/>
              <a:defRPr/>
            </a:pPr>
            <a:r>
              <a:rPr lang="en-GB" sz="1600">
                <a:latin typeface="Avenir Next LT Pro" panose="020B0504020202020204" pitchFamily="34" charset="0"/>
              </a:rPr>
              <a:t>Soft blocks can be overridden however hard blocks cannot, it was these that stopped most of the trade going through.</a:t>
            </a:r>
          </a:p>
          <a:p>
            <a:pPr marL="285750" indent="-285750" algn="just">
              <a:spcBef>
                <a:spcPct val="20000"/>
              </a:spcBef>
              <a:spcAft>
                <a:spcPts val="1000"/>
              </a:spcAft>
              <a:buSzPct val="150000"/>
              <a:buFont typeface="Wingdings" pitchFamily="2" charset="2"/>
              <a:buChar char="§"/>
              <a:defRPr/>
            </a:pPr>
            <a:r>
              <a:rPr lang="en-GB" sz="1600">
                <a:latin typeface="Avenir Next LT Pro" panose="020B0504020202020204" pitchFamily="34" charset="0"/>
              </a:rPr>
              <a:t>The FCA have stated that some primary controls were “absent or lacking” as there was nothing stopping the $1.4 billion selloff going through.</a:t>
            </a:r>
          </a:p>
          <a:p>
            <a:pPr marL="285750" indent="-285750" algn="just">
              <a:spcBef>
                <a:spcPct val="20000"/>
              </a:spcBef>
              <a:spcAft>
                <a:spcPts val="1000"/>
              </a:spcAft>
              <a:buSzPct val="150000"/>
              <a:buFont typeface="Wingdings" pitchFamily="2" charset="2"/>
              <a:buChar char="§"/>
              <a:defRPr/>
            </a:pPr>
            <a:r>
              <a:rPr lang="en-GB" sz="1600">
                <a:latin typeface="Avenir Next LT Pro" panose="020B0504020202020204" pitchFamily="34" charset="0"/>
              </a:rPr>
              <a:t>Ultimately this fine represents roughly 2 years of the trading desk’s revenue, a significant setback.</a:t>
            </a:r>
          </a:p>
        </p:txBody>
      </p:sp>
    </p:spTree>
    <p:extLst>
      <p:ext uri="{BB962C8B-B14F-4D97-AF65-F5344CB8AC3E}">
        <p14:creationId xmlns:p14="http://schemas.microsoft.com/office/powerpoint/2010/main" val="1818865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6350">
          <a:solidFill>
            <a:schemeClr val="tx1"/>
          </a:solidFill>
        </a:ln>
      </a:spPr>
      <a:bodyPr rtlCol="0" anchor="ctr"/>
      <a:lstStyle>
        <a:defPPr marL="173038" indent="-173038">
          <a:buFont typeface="Wingdings" panose="05000000000000000000" pitchFamily="2" charset="2"/>
          <a:buChar char="§"/>
          <a:defRPr sz="1200" dirty="0" smtClean="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7c390ba-ccc1-4a97-8ed5-e6130fdb8bb2">
      <Terms xmlns="http://schemas.microsoft.com/office/infopath/2007/PartnerControls"/>
    </lcf76f155ced4ddcb4097134ff3c332f>
    <TaxCatchAll xmlns="6474e229-2bef-48fc-98c6-dfaf0db62f0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8FDE78237E5BD43BF0CE567A8265D11" ma:contentTypeVersion="11" ma:contentTypeDescription="Create a new document." ma:contentTypeScope="" ma:versionID="5567f670ed4d1c84974d99644a3ea51e">
  <xsd:schema xmlns:xsd="http://www.w3.org/2001/XMLSchema" xmlns:xs="http://www.w3.org/2001/XMLSchema" xmlns:p="http://schemas.microsoft.com/office/2006/metadata/properties" xmlns:ns2="37c390ba-ccc1-4a97-8ed5-e6130fdb8bb2" xmlns:ns3="6474e229-2bef-48fc-98c6-dfaf0db62f0f" targetNamespace="http://schemas.microsoft.com/office/2006/metadata/properties" ma:root="true" ma:fieldsID="2dc838be0319862c61f2214a1cfe9000" ns2:_="" ns3:_="">
    <xsd:import namespace="37c390ba-ccc1-4a97-8ed5-e6130fdb8bb2"/>
    <xsd:import namespace="6474e229-2bef-48fc-98c6-dfaf0db62f0f"/>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c390ba-ccc1-4a97-8ed5-e6130fdb8bb2"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74661dae-d6df-48fc-a54e-a577d2899e9c"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74e229-2bef-48fc-98c6-dfaf0db62f0f"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1dd08a0-46ed-48f9-87fa-ffc2a8469090}" ma:internalName="TaxCatchAll" ma:showField="CatchAllData" ma:web="6474e229-2bef-48fc-98c6-dfaf0db62f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08BBF2-7D54-4A35-A458-079806C853E9}">
  <ds:schemaRefs>
    <ds:schemaRef ds:uri="37c390ba-ccc1-4a97-8ed5-e6130fdb8bb2"/>
    <ds:schemaRef ds:uri="6474e229-2bef-48fc-98c6-dfaf0db62f0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2FA6817-C9EF-44C6-9944-0F5C4918AADF}">
  <ds:schemaRefs>
    <ds:schemaRef ds:uri="37c390ba-ccc1-4a97-8ed5-e6130fdb8bb2"/>
    <ds:schemaRef ds:uri="6474e229-2bef-48fc-98c6-dfaf0db62f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10F4800-EAFB-4D4A-B1AA-06D5FA2F53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Weekly Macro Report</vt:lpstr>
      <vt:lpstr>Major business news</vt:lpstr>
      <vt:lpstr>Central bank news</vt:lpstr>
      <vt:lpstr>Story of the week: Citigroup fined £62 million </vt:lpstr>
      <vt:lpstr>Story of the week: Citigroup fined £62 million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Nautilus</dc:title>
  <dc:creator>BIWS</dc:creator>
  <cp:revision>1</cp:revision>
  <dcterms:created xsi:type="dcterms:W3CDTF">2010-05-26T09:54:24Z</dcterms:created>
  <dcterms:modified xsi:type="dcterms:W3CDTF">2024-05-27T23:16:16Z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0x01010048FDE78237E5BD43BF0CE567A8265D11</vt:lpwstr>
  </property>
  <property fmtid="{D5CDD505-2E9C-101B-9397-08002B2CF9AE}" pid="3" name="MediaServiceImageTags">
    <vt:lpwstr/>
  </property>
</Properties>
</file>