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7"/>
  </p:notesMasterIdLst>
  <p:handoutMasterIdLst>
    <p:handoutMasterId r:id="rId8"/>
  </p:handoutMasterIdLst>
  <p:sldIdLst>
    <p:sldId id="257" r:id="rId5"/>
    <p:sldId id="401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08" userDrawn="1">
          <p15:clr>
            <a:srgbClr val="A4A3A4"/>
          </p15:clr>
        </p15:guide>
        <p15:guide id="2" orient="horz" pos="576" userDrawn="1">
          <p15:clr>
            <a:srgbClr val="A4A3A4"/>
          </p15:clr>
        </p15:guide>
        <p15:guide id="4" pos="240">
          <p15:clr>
            <a:srgbClr val="A4A3A4"/>
          </p15:clr>
        </p15:guide>
        <p15:guide id="5" pos="5472" userDrawn="1">
          <p15:clr>
            <a:srgbClr val="A4A3A4"/>
          </p15:clr>
        </p15:guide>
        <p15:guide id="6" orient="horz" pos="1824" userDrawn="1">
          <p15:clr>
            <a:srgbClr val="A4A3A4"/>
          </p15:clr>
        </p15:guide>
        <p15:guide id="7" orient="horz" pos="2928" userDrawn="1">
          <p15:clr>
            <a:srgbClr val="A4A3A4"/>
          </p15:clr>
        </p15:guide>
        <p15:guide id="8" orient="horz" pos="1280" userDrawn="1">
          <p15:clr>
            <a:srgbClr val="A4A3A4"/>
          </p15:clr>
        </p15:guide>
        <p15:guide id="9" pos="1632" userDrawn="1">
          <p15:clr>
            <a:srgbClr val="A4A3A4"/>
          </p15:clr>
        </p15:guide>
        <p15:guide id="10" pos="41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IWS" initials="B" lastIdx="0" clrIdx="0">
    <p:extLst>
      <p:ext uri="{19B8F6BF-5375-455C-9EA6-DF929625EA0E}">
        <p15:presenceInfo xmlns:p15="http://schemas.microsoft.com/office/powerpoint/2012/main" userId="BIW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D1D7"/>
    <a:srgbClr val="031174"/>
    <a:srgbClr val="485059"/>
    <a:srgbClr val="5E7C9E"/>
    <a:srgbClr val="A6A6A6"/>
    <a:srgbClr val="113D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2708CE-18F7-434D-B4DB-BBE1F19B7789}" v="580" dt="2024-05-27T21:45:16.5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66"/>
  </p:normalViewPr>
  <p:slideViewPr>
    <p:cSldViewPr snapToGrid="0">
      <p:cViewPr varScale="1">
        <p:scale>
          <a:sx n="98" d="100"/>
          <a:sy n="98" d="100"/>
        </p:scale>
        <p:origin x="1952" y="184"/>
      </p:cViewPr>
      <p:guideLst>
        <p:guide orient="horz" pos="4008"/>
        <p:guide orient="horz" pos="576"/>
        <p:guide pos="240"/>
        <p:guide pos="5472"/>
        <p:guide orient="horz" pos="1824"/>
        <p:guide orient="horz" pos="2928"/>
        <p:guide orient="horz" pos="1280"/>
        <p:guide pos="1632"/>
        <p:guide pos="412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nn, Guillaume J" userId="5c8697d1-60e8-4cfe-afe6-e8ad16fdab20" providerId="ADAL" clId="{9B2708CE-18F7-434D-B4DB-BBE1F19B7789}"/>
    <pc:docChg chg="undo custSel addSld delSld modSld addMainMaster delMainMaster modMainMaster">
      <pc:chgData name="Amann, Guillaume J" userId="5c8697d1-60e8-4cfe-afe6-e8ad16fdab20" providerId="ADAL" clId="{9B2708CE-18F7-434D-B4DB-BBE1F19B7789}" dt="2024-05-27T23:12:53.270" v="676" actId="20577"/>
      <pc:docMkLst>
        <pc:docMk/>
      </pc:docMkLst>
      <pc:sldChg chg="addSp delSp modSp mod chgLayout">
        <pc:chgData name="Amann, Guillaume J" userId="5c8697d1-60e8-4cfe-afe6-e8ad16fdab20" providerId="ADAL" clId="{9B2708CE-18F7-434D-B4DB-BBE1F19B7789}" dt="2024-05-27T21:45:39.910" v="673" actId="14100"/>
        <pc:sldMkLst>
          <pc:docMk/>
          <pc:sldMk cId="0" sldId="257"/>
        </pc:sldMkLst>
        <pc:spChg chg="add mod">
          <ac:chgData name="Amann, Guillaume J" userId="5c8697d1-60e8-4cfe-afe6-e8ad16fdab20" providerId="ADAL" clId="{9B2708CE-18F7-434D-B4DB-BBE1F19B7789}" dt="2024-05-27T21:45:39.910" v="673" actId="14100"/>
          <ac:spMkLst>
            <pc:docMk/>
            <pc:sldMk cId="0" sldId="257"/>
            <ac:spMk id="2" creationId="{1455FD63-717E-20A9-DF85-F890E0B83F74}"/>
          </ac:spMkLst>
        </pc:spChg>
        <pc:spChg chg="add del mod">
          <ac:chgData name="Amann, Guillaume J" userId="5c8697d1-60e8-4cfe-afe6-e8ad16fdab20" providerId="ADAL" clId="{9B2708CE-18F7-434D-B4DB-BBE1F19B7789}" dt="2024-05-23T23:20:14.973" v="91" actId="478"/>
          <ac:spMkLst>
            <pc:docMk/>
            <pc:sldMk cId="0" sldId="257"/>
            <ac:spMk id="2" creationId="{E7623259-58EA-7A7C-D102-C3DE8F88BA0C}"/>
          </ac:spMkLst>
        </pc:spChg>
        <pc:spChg chg="add del mod ord">
          <ac:chgData name="Amann, Guillaume J" userId="5c8697d1-60e8-4cfe-afe6-e8ad16fdab20" providerId="ADAL" clId="{9B2708CE-18F7-434D-B4DB-BBE1F19B7789}" dt="2024-05-27T21:45:09.341" v="669" actId="478"/>
          <ac:spMkLst>
            <pc:docMk/>
            <pc:sldMk cId="0" sldId="257"/>
            <ac:spMk id="5" creationId="{64930DEE-4DA2-D075-276B-18BE48465381}"/>
          </ac:spMkLst>
        </pc:spChg>
        <pc:spChg chg="add del mod ord">
          <ac:chgData name="Amann, Guillaume J" userId="5c8697d1-60e8-4cfe-afe6-e8ad16fdab20" providerId="ADAL" clId="{9B2708CE-18F7-434D-B4DB-BBE1F19B7789}" dt="2024-05-27T21:45:11.127" v="670" actId="478"/>
          <ac:spMkLst>
            <pc:docMk/>
            <pc:sldMk cId="0" sldId="257"/>
            <ac:spMk id="6" creationId="{D3351E0B-0B44-B114-ED40-DCE47C2EACDE}"/>
          </ac:spMkLst>
        </pc:spChg>
        <pc:cxnChg chg="add del">
          <ac:chgData name="Amann, Guillaume J" userId="5c8697d1-60e8-4cfe-afe6-e8ad16fdab20" providerId="ADAL" clId="{9B2708CE-18F7-434D-B4DB-BBE1F19B7789}" dt="2024-05-27T21:44:50.344" v="666" actId="478"/>
          <ac:cxnSpMkLst>
            <pc:docMk/>
            <pc:sldMk cId="0" sldId="257"/>
            <ac:cxnSpMk id="4" creationId="{ECC0AA93-B451-1F4B-23DB-4063423E987B}"/>
          </ac:cxnSpMkLst>
        </pc:cxnChg>
        <pc:cxnChg chg="add mod">
          <ac:chgData name="Amann, Guillaume J" userId="5c8697d1-60e8-4cfe-afe6-e8ad16fdab20" providerId="ADAL" clId="{9B2708CE-18F7-434D-B4DB-BBE1F19B7789}" dt="2024-05-27T21:45:16.530" v="671"/>
          <ac:cxnSpMkLst>
            <pc:docMk/>
            <pc:sldMk cId="0" sldId="257"/>
            <ac:cxnSpMk id="7" creationId="{25ACF108-D5A8-930C-1FD8-E38123AEBA59}"/>
          </ac:cxnSpMkLst>
        </pc:cxnChg>
      </pc:sldChg>
      <pc:sldChg chg="del">
        <pc:chgData name="Amann, Guillaume J" userId="5c8697d1-60e8-4cfe-afe6-e8ad16fdab20" providerId="ADAL" clId="{9B2708CE-18F7-434D-B4DB-BBE1F19B7789}" dt="2024-05-23T23:20:36.196" v="94" actId="2696"/>
        <pc:sldMkLst>
          <pc:docMk/>
          <pc:sldMk cId="572534859" sldId="302"/>
        </pc:sldMkLst>
      </pc:sldChg>
      <pc:sldChg chg="del">
        <pc:chgData name="Amann, Guillaume J" userId="5c8697d1-60e8-4cfe-afe6-e8ad16fdab20" providerId="ADAL" clId="{9B2708CE-18F7-434D-B4DB-BBE1F19B7789}" dt="2024-05-24T16:17:01.019" v="579" actId="2696"/>
        <pc:sldMkLst>
          <pc:docMk/>
          <pc:sldMk cId="567083183" sldId="349"/>
        </pc:sldMkLst>
      </pc:sldChg>
      <pc:sldChg chg="del">
        <pc:chgData name="Amann, Guillaume J" userId="5c8697d1-60e8-4cfe-afe6-e8ad16fdab20" providerId="ADAL" clId="{9B2708CE-18F7-434D-B4DB-BBE1F19B7789}" dt="2024-05-27T21:31:36.738" v="591" actId="2696"/>
        <pc:sldMkLst>
          <pc:docMk/>
          <pc:sldMk cId="2914474052" sldId="367"/>
        </pc:sldMkLst>
      </pc:sldChg>
      <pc:sldChg chg="del">
        <pc:chgData name="Amann, Guillaume J" userId="5c8697d1-60e8-4cfe-afe6-e8ad16fdab20" providerId="ADAL" clId="{9B2708CE-18F7-434D-B4DB-BBE1F19B7789}" dt="2024-05-27T21:31:35.038" v="589" actId="2696"/>
        <pc:sldMkLst>
          <pc:docMk/>
          <pc:sldMk cId="2400921252" sldId="371"/>
        </pc:sldMkLst>
      </pc:sldChg>
      <pc:sldChg chg="del">
        <pc:chgData name="Amann, Guillaume J" userId="5c8697d1-60e8-4cfe-afe6-e8ad16fdab20" providerId="ADAL" clId="{9B2708CE-18F7-434D-B4DB-BBE1F19B7789}" dt="2024-05-27T21:31:35.036" v="588" actId="2696"/>
        <pc:sldMkLst>
          <pc:docMk/>
          <pc:sldMk cId="2140672075" sldId="377"/>
        </pc:sldMkLst>
      </pc:sldChg>
      <pc:sldChg chg="del">
        <pc:chgData name="Amann, Guillaume J" userId="5c8697d1-60e8-4cfe-afe6-e8ad16fdab20" providerId="ADAL" clId="{9B2708CE-18F7-434D-B4DB-BBE1F19B7789}" dt="2024-05-27T21:31:35.034" v="587" actId="2696"/>
        <pc:sldMkLst>
          <pc:docMk/>
          <pc:sldMk cId="1175315177" sldId="380"/>
        </pc:sldMkLst>
      </pc:sldChg>
      <pc:sldChg chg="del">
        <pc:chgData name="Amann, Guillaume J" userId="5c8697d1-60e8-4cfe-afe6-e8ad16fdab20" providerId="ADAL" clId="{9B2708CE-18F7-434D-B4DB-BBE1F19B7789}" dt="2024-05-27T21:31:35.061" v="590" actId="2696"/>
        <pc:sldMkLst>
          <pc:docMk/>
          <pc:sldMk cId="974063120" sldId="385"/>
        </pc:sldMkLst>
      </pc:sldChg>
      <pc:sldChg chg="del">
        <pc:chgData name="Amann, Guillaume J" userId="5c8697d1-60e8-4cfe-afe6-e8ad16fdab20" providerId="ADAL" clId="{9B2708CE-18F7-434D-B4DB-BBE1F19B7789}" dt="2024-05-27T21:31:35.032" v="586" actId="2696"/>
        <pc:sldMkLst>
          <pc:docMk/>
          <pc:sldMk cId="4131890486" sldId="387"/>
        </pc:sldMkLst>
      </pc:sldChg>
      <pc:sldChg chg="del">
        <pc:chgData name="Amann, Guillaume J" userId="5c8697d1-60e8-4cfe-afe6-e8ad16fdab20" providerId="ADAL" clId="{9B2708CE-18F7-434D-B4DB-BBE1F19B7789}" dt="2024-05-27T21:31:33.005" v="581" actId="2696"/>
        <pc:sldMkLst>
          <pc:docMk/>
          <pc:sldMk cId="1347400679" sldId="391"/>
        </pc:sldMkLst>
      </pc:sldChg>
      <pc:sldChg chg="del">
        <pc:chgData name="Amann, Guillaume J" userId="5c8697d1-60e8-4cfe-afe6-e8ad16fdab20" providerId="ADAL" clId="{9B2708CE-18F7-434D-B4DB-BBE1F19B7789}" dt="2024-05-27T21:31:33.033" v="583" actId="2696"/>
        <pc:sldMkLst>
          <pc:docMk/>
          <pc:sldMk cId="445900591" sldId="393"/>
        </pc:sldMkLst>
      </pc:sldChg>
      <pc:sldChg chg="del">
        <pc:chgData name="Amann, Guillaume J" userId="5c8697d1-60e8-4cfe-afe6-e8ad16fdab20" providerId="ADAL" clId="{9B2708CE-18F7-434D-B4DB-BBE1F19B7789}" dt="2024-05-27T21:31:33.035" v="584" actId="2696"/>
        <pc:sldMkLst>
          <pc:docMk/>
          <pc:sldMk cId="664696879" sldId="395"/>
        </pc:sldMkLst>
      </pc:sldChg>
      <pc:sldChg chg="del">
        <pc:chgData name="Amann, Guillaume J" userId="5c8697d1-60e8-4cfe-afe6-e8ad16fdab20" providerId="ADAL" clId="{9B2708CE-18F7-434D-B4DB-BBE1F19B7789}" dt="2024-05-27T21:31:33.060" v="585" actId="2696"/>
        <pc:sldMkLst>
          <pc:docMk/>
          <pc:sldMk cId="1433613122" sldId="396"/>
        </pc:sldMkLst>
      </pc:sldChg>
      <pc:sldChg chg="del">
        <pc:chgData name="Amann, Guillaume J" userId="5c8697d1-60e8-4cfe-afe6-e8ad16fdab20" providerId="ADAL" clId="{9B2708CE-18F7-434D-B4DB-BBE1F19B7789}" dt="2024-05-27T21:31:33.030" v="582" actId="2696"/>
        <pc:sldMkLst>
          <pc:docMk/>
          <pc:sldMk cId="4170947635" sldId="397"/>
        </pc:sldMkLst>
      </pc:sldChg>
      <pc:sldChg chg="del">
        <pc:chgData name="Amann, Guillaume J" userId="5c8697d1-60e8-4cfe-afe6-e8ad16fdab20" providerId="ADAL" clId="{9B2708CE-18F7-434D-B4DB-BBE1F19B7789}" dt="2024-05-27T21:31:33.003" v="580" actId="2696"/>
        <pc:sldMkLst>
          <pc:docMk/>
          <pc:sldMk cId="670099607" sldId="400"/>
        </pc:sldMkLst>
      </pc:sldChg>
      <pc:sldChg chg="addSp delSp modSp new mod">
        <pc:chgData name="Amann, Guillaume J" userId="5c8697d1-60e8-4cfe-afe6-e8ad16fdab20" providerId="ADAL" clId="{9B2708CE-18F7-434D-B4DB-BBE1F19B7789}" dt="2024-05-27T23:12:53.270" v="676" actId="20577"/>
        <pc:sldMkLst>
          <pc:docMk/>
          <pc:sldMk cId="3153524923" sldId="401"/>
        </pc:sldMkLst>
        <pc:spChg chg="del">
          <ac:chgData name="Amann, Guillaume J" userId="5c8697d1-60e8-4cfe-afe6-e8ad16fdab20" providerId="ADAL" clId="{9B2708CE-18F7-434D-B4DB-BBE1F19B7789}" dt="2024-05-23T23:20:33.039" v="92" actId="478"/>
          <ac:spMkLst>
            <pc:docMk/>
            <pc:sldMk cId="3153524923" sldId="401"/>
            <ac:spMk id="2" creationId="{AAFA942A-44EE-15D3-4C5A-8FD371209C09}"/>
          </ac:spMkLst>
        </pc:spChg>
        <pc:spChg chg="del">
          <ac:chgData name="Amann, Guillaume J" userId="5c8697d1-60e8-4cfe-afe6-e8ad16fdab20" providerId="ADAL" clId="{9B2708CE-18F7-434D-B4DB-BBE1F19B7789}" dt="2024-05-27T21:32:21.886" v="616" actId="478"/>
          <ac:spMkLst>
            <pc:docMk/>
            <pc:sldMk cId="3153524923" sldId="401"/>
            <ac:spMk id="3" creationId="{EA7A7D37-DBB2-A70F-1FF1-67CAFCE997CD}"/>
          </ac:spMkLst>
        </pc:spChg>
        <pc:spChg chg="mod">
          <ac:chgData name="Amann, Guillaume J" userId="5c8697d1-60e8-4cfe-afe6-e8ad16fdab20" providerId="ADAL" clId="{9B2708CE-18F7-434D-B4DB-BBE1F19B7789}" dt="2024-05-23T22:50:19.475" v="66" actId="113"/>
          <ac:spMkLst>
            <pc:docMk/>
            <pc:sldMk cId="3153524923" sldId="401"/>
            <ac:spMk id="4" creationId="{D735AE92-35B1-C0D5-76AB-6A670B611CAD}"/>
          </ac:spMkLst>
        </pc:spChg>
        <pc:spChg chg="add del mod">
          <ac:chgData name="Amann, Guillaume J" userId="5c8697d1-60e8-4cfe-afe6-e8ad16fdab20" providerId="ADAL" clId="{9B2708CE-18F7-434D-B4DB-BBE1F19B7789}" dt="2024-05-23T23:31:35.369" v="295" actId="478"/>
          <ac:spMkLst>
            <pc:docMk/>
            <pc:sldMk cId="3153524923" sldId="401"/>
            <ac:spMk id="5" creationId="{FE94B85F-9EA8-B3B0-3CEB-6080716A971F}"/>
          </ac:spMkLst>
        </pc:spChg>
        <pc:spChg chg="add mod">
          <ac:chgData name="Amann, Guillaume J" userId="5c8697d1-60e8-4cfe-afe6-e8ad16fdab20" providerId="ADAL" clId="{9B2708CE-18F7-434D-B4DB-BBE1F19B7789}" dt="2024-05-27T23:12:53.270" v="676" actId="20577"/>
          <ac:spMkLst>
            <pc:docMk/>
            <pc:sldMk cId="3153524923" sldId="401"/>
            <ac:spMk id="6" creationId="{A595D64D-B4E0-0424-5DC7-71D7E0D122BD}"/>
          </ac:spMkLst>
        </pc:spChg>
      </pc:sldChg>
      <pc:sldChg chg="del">
        <pc:chgData name="Amann, Guillaume J" userId="5c8697d1-60e8-4cfe-afe6-e8ad16fdab20" providerId="ADAL" clId="{9B2708CE-18F7-434D-B4DB-BBE1F19B7789}" dt="2024-05-23T22:50:49.874" v="67" actId="2696"/>
        <pc:sldMkLst>
          <pc:docMk/>
          <pc:sldMk cId="884143671" sldId="402"/>
        </pc:sldMkLst>
      </pc:sldChg>
      <pc:sldChg chg="addSp delSp modSp new del mod">
        <pc:chgData name="Amann, Guillaume J" userId="5c8697d1-60e8-4cfe-afe6-e8ad16fdab20" providerId="ADAL" clId="{9B2708CE-18F7-434D-B4DB-BBE1F19B7789}" dt="2024-05-27T21:31:37.800" v="592" actId="2696"/>
        <pc:sldMkLst>
          <pc:docMk/>
          <pc:sldMk cId="1617109669" sldId="402"/>
        </pc:sldMkLst>
        <pc:spChg chg="del">
          <ac:chgData name="Amann, Guillaume J" userId="5c8697d1-60e8-4cfe-afe6-e8ad16fdab20" providerId="ADAL" clId="{9B2708CE-18F7-434D-B4DB-BBE1F19B7789}" dt="2024-05-23T23:43:47.567" v="560" actId="478"/>
          <ac:spMkLst>
            <pc:docMk/>
            <pc:sldMk cId="1617109669" sldId="402"/>
            <ac:spMk id="2" creationId="{CD6FD078-5778-9907-998C-ACD26BAA573D}"/>
          </ac:spMkLst>
        </pc:spChg>
        <pc:spChg chg="mod">
          <ac:chgData name="Amann, Guillaume J" userId="5c8697d1-60e8-4cfe-afe6-e8ad16fdab20" providerId="ADAL" clId="{9B2708CE-18F7-434D-B4DB-BBE1F19B7789}" dt="2024-05-23T23:43:40.480" v="559"/>
          <ac:spMkLst>
            <pc:docMk/>
            <pc:sldMk cId="1617109669" sldId="402"/>
            <ac:spMk id="4" creationId="{6C1B4E09-4979-0EC8-32E4-4A620B14E7CA}"/>
          </ac:spMkLst>
        </pc:spChg>
        <pc:spChg chg="add mod">
          <ac:chgData name="Amann, Guillaume J" userId="5c8697d1-60e8-4cfe-afe6-e8ad16fdab20" providerId="ADAL" clId="{9B2708CE-18F7-434D-B4DB-BBE1F19B7789}" dt="2024-05-23T23:45:18.640" v="571" actId="13900"/>
          <ac:spMkLst>
            <pc:docMk/>
            <pc:sldMk cId="1617109669" sldId="402"/>
            <ac:spMk id="5" creationId="{45492EF3-7FDC-A2F4-FCC0-47B7CB2672D0}"/>
          </ac:spMkLst>
        </pc:spChg>
      </pc:sldChg>
      <pc:sldChg chg="modSp new del mod">
        <pc:chgData name="Amann, Guillaume J" userId="5c8697d1-60e8-4cfe-afe6-e8ad16fdab20" providerId="ADAL" clId="{9B2708CE-18F7-434D-B4DB-BBE1F19B7789}" dt="2024-05-23T23:19:09.513" v="84" actId="2696"/>
        <pc:sldMkLst>
          <pc:docMk/>
          <pc:sldMk cId="2183144102" sldId="402"/>
        </pc:sldMkLst>
        <pc:spChg chg="mod">
          <ac:chgData name="Amann, Guillaume J" userId="5c8697d1-60e8-4cfe-afe6-e8ad16fdab20" providerId="ADAL" clId="{9B2708CE-18F7-434D-B4DB-BBE1F19B7789}" dt="2024-05-23T23:19:04.021" v="83" actId="20577"/>
          <ac:spMkLst>
            <pc:docMk/>
            <pc:sldMk cId="2183144102" sldId="402"/>
            <ac:spMk id="4" creationId="{99BC4E58-3997-1452-E256-16F4E22252B4}"/>
          </ac:spMkLst>
        </pc:spChg>
      </pc:sldChg>
      <pc:sldMasterChg chg="addSp modSp mod addSldLayout modSldLayout">
        <pc:chgData name="Amann, Guillaume J" userId="5c8697d1-60e8-4cfe-afe6-e8ad16fdab20" providerId="ADAL" clId="{9B2708CE-18F7-434D-B4DB-BBE1F19B7789}" dt="2024-05-27T21:44:57.544" v="667"/>
        <pc:sldMasterMkLst>
          <pc:docMk/>
          <pc:sldMasterMk cId="0" sldId="2147483648"/>
        </pc:sldMasterMkLst>
        <pc:spChg chg="add mod">
          <ac:chgData name="Amann, Guillaume J" userId="5c8697d1-60e8-4cfe-afe6-e8ad16fdab20" providerId="ADAL" clId="{9B2708CE-18F7-434D-B4DB-BBE1F19B7789}" dt="2024-05-23T23:45:45.834" v="572"/>
          <ac:spMkLst>
            <pc:docMk/>
            <pc:sldMasterMk cId="0" sldId="2147483648"/>
            <ac:spMk id="7" creationId="{AAA6C591-91F3-8AB2-EEDC-C3D3CE172EE6}"/>
          </ac:spMkLst>
        </pc:spChg>
        <pc:spChg chg="mod">
          <ac:chgData name="Amann, Guillaume J" userId="5c8697d1-60e8-4cfe-afe6-e8ad16fdab20" providerId="ADAL" clId="{9B2708CE-18F7-434D-B4DB-BBE1F19B7789}" dt="2024-05-23T22:49:20.563" v="47" actId="113"/>
          <ac:spMkLst>
            <pc:docMk/>
            <pc:sldMasterMk cId="0" sldId="2147483648"/>
            <ac:spMk id="6146" creationId="{00000000-0000-0000-0000-000000000000}"/>
          </ac:spMkLst>
        </pc:spChg>
        <pc:picChg chg="mod modCrop">
          <ac:chgData name="Amann, Guillaume J" userId="5c8697d1-60e8-4cfe-afe6-e8ad16fdab20" providerId="ADAL" clId="{9B2708CE-18F7-434D-B4DB-BBE1F19B7789}" dt="2024-05-23T22:42:19.184" v="26" actId="34135"/>
          <ac:picMkLst>
            <pc:docMk/>
            <pc:sldMasterMk cId="0" sldId="2147483648"/>
            <ac:picMk id="2" creationId="{8388A8DC-D593-AC7C-50C8-17CF8157046D}"/>
          </ac:picMkLst>
        </pc:picChg>
        <pc:sldLayoutChg chg="delSp modSp mod">
          <pc:chgData name="Amann, Guillaume J" userId="5c8697d1-60e8-4cfe-afe6-e8ad16fdab20" providerId="ADAL" clId="{9B2708CE-18F7-434D-B4DB-BBE1F19B7789}" dt="2024-05-27T21:42:13.247" v="662" actId="478"/>
          <pc:sldLayoutMkLst>
            <pc:docMk/>
            <pc:sldMasterMk cId="0" sldId="2147483648"/>
            <pc:sldLayoutMk cId="0" sldId="2147483951"/>
          </pc:sldLayoutMkLst>
          <pc:spChg chg="mod">
            <ac:chgData name="Amann, Guillaume J" userId="5c8697d1-60e8-4cfe-afe6-e8ad16fdab20" providerId="ADAL" clId="{9B2708CE-18F7-434D-B4DB-BBE1F19B7789}" dt="2024-05-23T22:49:05.057" v="44" actId="34135"/>
            <ac:spMkLst>
              <pc:docMk/>
              <pc:sldMasterMk cId="0" sldId="2147483648"/>
              <pc:sldLayoutMk cId="0" sldId="2147483951"/>
              <ac:spMk id="5" creationId="{6167ACF6-2B2F-5A82-1288-E5C5FB2C33C7}"/>
            </ac:spMkLst>
          </pc:spChg>
          <pc:spChg chg="del">
            <ac:chgData name="Amann, Guillaume J" userId="5c8697d1-60e8-4cfe-afe6-e8ad16fdab20" providerId="ADAL" clId="{9B2708CE-18F7-434D-B4DB-BBE1F19B7789}" dt="2024-05-27T21:42:13.247" v="662" actId="478"/>
            <ac:spMkLst>
              <pc:docMk/>
              <pc:sldMasterMk cId="0" sldId="2147483648"/>
              <pc:sldLayoutMk cId="0" sldId="2147483951"/>
              <ac:spMk id="13" creationId="{00000000-0000-0000-0000-000000000000}"/>
            </ac:spMkLst>
          </pc:spChg>
          <pc:cxnChg chg="del">
            <ac:chgData name="Amann, Guillaume J" userId="5c8697d1-60e8-4cfe-afe6-e8ad16fdab20" providerId="ADAL" clId="{9B2708CE-18F7-434D-B4DB-BBE1F19B7789}" dt="2024-05-27T21:42:11.975" v="661" actId="478"/>
            <ac:cxnSpMkLst>
              <pc:docMk/>
              <pc:sldMasterMk cId="0" sldId="2147483648"/>
              <pc:sldLayoutMk cId="0" sldId="2147483951"/>
              <ac:cxnSpMk id="12" creationId="{00000000-0000-0000-0000-000000000000}"/>
            </ac:cxnSpMkLst>
          </pc:cxnChg>
        </pc:sldLayoutChg>
        <pc:sldLayoutChg chg="addSp delSp modSp mod">
          <pc:chgData name="Amann, Guillaume J" userId="5c8697d1-60e8-4cfe-afe6-e8ad16fdab20" providerId="ADAL" clId="{9B2708CE-18F7-434D-B4DB-BBE1F19B7789}" dt="2024-05-23T23:18:50.224" v="69" actId="255"/>
          <pc:sldLayoutMkLst>
            <pc:docMk/>
            <pc:sldMasterMk cId="0" sldId="2147483648"/>
            <pc:sldLayoutMk cId="0" sldId="2147483952"/>
          </pc:sldLayoutMkLst>
          <pc:spChg chg="del mod">
            <ac:chgData name="Amann, Guillaume J" userId="5c8697d1-60e8-4cfe-afe6-e8ad16fdab20" providerId="ADAL" clId="{9B2708CE-18F7-434D-B4DB-BBE1F19B7789}" dt="2024-05-23T22:42:29.437" v="28" actId="478"/>
            <ac:spMkLst>
              <pc:docMk/>
              <pc:sldMasterMk cId="0" sldId="2147483648"/>
              <pc:sldLayoutMk cId="0" sldId="2147483952"/>
              <ac:spMk id="2" creationId="{7A1139F2-721D-B3A2-8792-BB5C53B881D8}"/>
            </ac:spMkLst>
          </pc:spChg>
          <pc:spChg chg="add mod">
            <ac:chgData name="Amann, Guillaume J" userId="5c8697d1-60e8-4cfe-afe6-e8ad16fdab20" providerId="ADAL" clId="{9B2708CE-18F7-434D-B4DB-BBE1F19B7789}" dt="2024-05-23T22:42:43.083" v="30" actId="34135"/>
            <ac:spMkLst>
              <pc:docMk/>
              <pc:sldMasterMk cId="0" sldId="2147483648"/>
              <pc:sldLayoutMk cId="0" sldId="2147483952"/>
              <ac:spMk id="4" creationId="{253D594E-14FE-ADFC-BD49-CA700C6861D3}"/>
            </ac:spMkLst>
          </pc:spChg>
          <pc:spChg chg="mod">
            <ac:chgData name="Amann, Guillaume J" userId="5c8697d1-60e8-4cfe-afe6-e8ad16fdab20" providerId="ADAL" clId="{9B2708CE-18F7-434D-B4DB-BBE1F19B7789}" dt="2024-05-23T23:18:50.224" v="69" actId="255"/>
            <ac:spMkLst>
              <pc:docMk/>
              <pc:sldMasterMk cId="0" sldId="2147483648"/>
              <pc:sldLayoutMk cId="0" sldId="2147483952"/>
              <ac:spMk id="5" creationId="{00000000-0000-0000-0000-000000000000}"/>
            </ac:spMkLst>
          </pc:spChg>
        </pc:sldLayoutChg>
        <pc:sldLayoutChg chg="addSp modSp">
          <pc:chgData name="Amann, Guillaume J" userId="5c8697d1-60e8-4cfe-afe6-e8ad16fdab20" providerId="ADAL" clId="{9B2708CE-18F7-434D-B4DB-BBE1F19B7789}" dt="2024-05-27T21:44:57.544" v="667"/>
          <pc:sldLayoutMkLst>
            <pc:docMk/>
            <pc:sldMasterMk cId="0" sldId="2147483648"/>
            <pc:sldLayoutMk cId="144724589" sldId="2147483953"/>
          </pc:sldLayoutMkLst>
          <pc:cxnChg chg="add mod">
            <ac:chgData name="Amann, Guillaume J" userId="5c8697d1-60e8-4cfe-afe6-e8ad16fdab20" providerId="ADAL" clId="{9B2708CE-18F7-434D-B4DB-BBE1F19B7789}" dt="2024-05-27T21:44:57.544" v="667"/>
            <ac:cxnSpMkLst>
              <pc:docMk/>
              <pc:sldMasterMk cId="0" sldId="2147483648"/>
              <pc:sldLayoutMk cId="144724589" sldId="2147483953"/>
              <ac:cxnSpMk id="2" creationId="{4BD7344D-1A1B-9589-EE19-F3F074EF8492}"/>
            </ac:cxnSpMkLst>
          </pc:cxnChg>
        </pc:sldLayoutChg>
        <pc:sldLayoutChg chg="addSp delSp modSp new mod">
          <pc:chgData name="Amann, Guillaume J" userId="5c8697d1-60e8-4cfe-afe6-e8ad16fdab20" providerId="ADAL" clId="{9B2708CE-18F7-434D-B4DB-BBE1F19B7789}" dt="2024-05-23T23:46:25.373" v="578"/>
          <pc:sldLayoutMkLst>
            <pc:docMk/>
            <pc:sldMasterMk cId="0" sldId="2147483648"/>
            <pc:sldLayoutMk cId="3774409052" sldId="2147483954"/>
          </pc:sldLayoutMkLst>
          <pc:spChg chg="del">
            <ac:chgData name="Amann, Guillaume J" userId="5c8697d1-60e8-4cfe-afe6-e8ad16fdab20" providerId="ADAL" clId="{9B2708CE-18F7-434D-B4DB-BBE1F19B7789}" dt="2024-05-23T23:46:13.420" v="577" actId="478"/>
            <ac:spMkLst>
              <pc:docMk/>
              <pc:sldMasterMk cId="0" sldId="2147483648"/>
              <pc:sldLayoutMk cId="3774409052" sldId="2147483954"/>
              <ac:spMk id="3" creationId="{89A46DDF-E0B9-AB43-D22E-ACB2CE14EE3C}"/>
            </ac:spMkLst>
          </pc:spChg>
          <pc:spChg chg="add mod">
            <ac:chgData name="Amann, Guillaume J" userId="5c8697d1-60e8-4cfe-afe6-e8ad16fdab20" providerId="ADAL" clId="{9B2708CE-18F7-434D-B4DB-BBE1F19B7789}" dt="2024-05-23T23:46:09.664" v="576"/>
            <ac:spMkLst>
              <pc:docMk/>
              <pc:sldMasterMk cId="0" sldId="2147483648"/>
              <pc:sldLayoutMk cId="3774409052" sldId="2147483954"/>
              <ac:spMk id="5" creationId="{89B35AAF-C520-7E5D-5966-F9961968FC0E}"/>
            </ac:spMkLst>
          </pc:spChg>
          <pc:cxnChg chg="add mod">
            <ac:chgData name="Amann, Guillaume J" userId="5c8697d1-60e8-4cfe-afe6-e8ad16fdab20" providerId="ADAL" clId="{9B2708CE-18F7-434D-B4DB-BBE1F19B7789}" dt="2024-05-23T23:46:25.373" v="578"/>
            <ac:cxnSpMkLst>
              <pc:docMk/>
              <pc:sldMasterMk cId="0" sldId="2147483648"/>
              <pc:sldLayoutMk cId="3774409052" sldId="2147483954"/>
              <ac:cxnSpMk id="6" creationId="{D9230A8E-447B-4A0B-60F1-FF1FA8CB7F60}"/>
            </ac:cxnSpMkLst>
          </pc:cxnChg>
        </pc:sldLayoutChg>
      </pc:sldMasterChg>
      <pc:sldMasterChg chg="new del mod addSldLayout delSldLayout">
        <pc:chgData name="Amann, Guillaume J" userId="5c8697d1-60e8-4cfe-afe6-e8ad16fdab20" providerId="ADAL" clId="{9B2708CE-18F7-434D-B4DB-BBE1F19B7789}" dt="2024-05-23T23:46:04.350" v="574" actId="6938"/>
        <pc:sldMasterMkLst>
          <pc:docMk/>
          <pc:sldMasterMk cId="1283326314" sldId="2147483954"/>
        </pc:sldMasterMkLst>
        <pc:sldLayoutChg chg="new del replId">
          <pc:chgData name="Amann, Guillaume J" userId="5c8697d1-60e8-4cfe-afe6-e8ad16fdab20" providerId="ADAL" clId="{9B2708CE-18F7-434D-B4DB-BBE1F19B7789}" dt="2024-05-23T23:46:04.350" v="574" actId="6938"/>
          <pc:sldLayoutMkLst>
            <pc:docMk/>
            <pc:sldMasterMk cId="1283326314" sldId="2147483954"/>
            <pc:sldLayoutMk cId="2884792910" sldId="2147483955"/>
          </pc:sldLayoutMkLst>
        </pc:sldLayoutChg>
        <pc:sldLayoutChg chg="new del replId">
          <pc:chgData name="Amann, Guillaume J" userId="5c8697d1-60e8-4cfe-afe6-e8ad16fdab20" providerId="ADAL" clId="{9B2708CE-18F7-434D-B4DB-BBE1F19B7789}" dt="2024-05-23T23:46:04.350" v="574" actId="6938"/>
          <pc:sldLayoutMkLst>
            <pc:docMk/>
            <pc:sldMasterMk cId="1283326314" sldId="2147483954"/>
            <pc:sldLayoutMk cId="2562932361" sldId="2147483956"/>
          </pc:sldLayoutMkLst>
        </pc:sldLayoutChg>
        <pc:sldLayoutChg chg="new del replId">
          <pc:chgData name="Amann, Guillaume J" userId="5c8697d1-60e8-4cfe-afe6-e8ad16fdab20" providerId="ADAL" clId="{9B2708CE-18F7-434D-B4DB-BBE1F19B7789}" dt="2024-05-23T23:46:04.350" v="574" actId="6938"/>
          <pc:sldLayoutMkLst>
            <pc:docMk/>
            <pc:sldMasterMk cId="1283326314" sldId="2147483954"/>
            <pc:sldLayoutMk cId="3089447309" sldId="2147483957"/>
          </pc:sldLayoutMkLst>
        </pc:sldLayoutChg>
        <pc:sldLayoutChg chg="new del replId">
          <pc:chgData name="Amann, Guillaume J" userId="5c8697d1-60e8-4cfe-afe6-e8ad16fdab20" providerId="ADAL" clId="{9B2708CE-18F7-434D-B4DB-BBE1F19B7789}" dt="2024-05-23T23:46:04.350" v="574" actId="6938"/>
          <pc:sldLayoutMkLst>
            <pc:docMk/>
            <pc:sldMasterMk cId="1283326314" sldId="2147483954"/>
            <pc:sldLayoutMk cId="3290758145" sldId="2147483958"/>
          </pc:sldLayoutMkLst>
        </pc:sldLayoutChg>
        <pc:sldLayoutChg chg="new del replId">
          <pc:chgData name="Amann, Guillaume J" userId="5c8697d1-60e8-4cfe-afe6-e8ad16fdab20" providerId="ADAL" clId="{9B2708CE-18F7-434D-B4DB-BBE1F19B7789}" dt="2024-05-23T23:46:04.350" v="574" actId="6938"/>
          <pc:sldLayoutMkLst>
            <pc:docMk/>
            <pc:sldMasterMk cId="1283326314" sldId="2147483954"/>
            <pc:sldLayoutMk cId="1296824843" sldId="2147483959"/>
          </pc:sldLayoutMkLst>
        </pc:sldLayoutChg>
        <pc:sldLayoutChg chg="new del replId">
          <pc:chgData name="Amann, Guillaume J" userId="5c8697d1-60e8-4cfe-afe6-e8ad16fdab20" providerId="ADAL" clId="{9B2708CE-18F7-434D-B4DB-BBE1F19B7789}" dt="2024-05-23T23:46:04.350" v="574" actId="6938"/>
          <pc:sldLayoutMkLst>
            <pc:docMk/>
            <pc:sldMasterMk cId="1283326314" sldId="2147483954"/>
            <pc:sldLayoutMk cId="2928693267" sldId="2147483960"/>
          </pc:sldLayoutMkLst>
        </pc:sldLayoutChg>
        <pc:sldLayoutChg chg="new del replId">
          <pc:chgData name="Amann, Guillaume J" userId="5c8697d1-60e8-4cfe-afe6-e8ad16fdab20" providerId="ADAL" clId="{9B2708CE-18F7-434D-B4DB-BBE1F19B7789}" dt="2024-05-23T23:46:04.350" v="574" actId="6938"/>
          <pc:sldLayoutMkLst>
            <pc:docMk/>
            <pc:sldMasterMk cId="1283326314" sldId="2147483954"/>
            <pc:sldLayoutMk cId="2358923537" sldId="2147483961"/>
          </pc:sldLayoutMkLst>
        </pc:sldLayoutChg>
        <pc:sldLayoutChg chg="new del replId">
          <pc:chgData name="Amann, Guillaume J" userId="5c8697d1-60e8-4cfe-afe6-e8ad16fdab20" providerId="ADAL" clId="{9B2708CE-18F7-434D-B4DB-BBE1F19B7789}" dt="2024-05-23T23:46:04.350" v="574" actId="6938"/>
          <pc:sldLayoutMkLst>
            <pc:docMk/>
            <pc:sldMasterMk cId="1283326314" sldId="2147483954"/>
            <pc:sldLayoutMk cId="4168219559" sldId="2147483962"/>
          </pc:sldLayoutMkLst>
        </pc:sldLayoutChg>
        <pc:sldLayoutChg chg="new del replId">
          <pc:chgData name="Amann, Guillaume J" userId="5c8697d1-60e8-4cfe-afe6-e8ad16fdab20" providerId="ADAL" clId="{9B2708CE-18F7-434D-B4DB-BBE1F19B7789}" dt="2024-05-23T23:46:04.350" v="574" actId="6938"/>
          <pc:sldLayoutMkLst>
            <pc:docMk/>
            <pc:sldMasterMk cId="1283326314" sldId="2147483954"/>
            <pc:sldLayoutMk cId="3895546360" sldId="2147483963"/>
          </pc:sldLayoutMkLst>
        </pc:sldLayoutChg>
        <pc:sldLayoutChg chg="new del replId">
          <pc:chgData name="Amann, Guillaume J" userId="5c8697d1-60e8-4cfe-afe6-e8ad16fdab20" providerId="ADAL" clId="{9B2708CE-18F7-434D-B4DB-BBE1F19B7789}" dt="2024-05-23T23:46:04.350" v="574" actId="6938"/>
          <pc:sldLayoutMkLst>
            <pc:docMk/>
            <pc:sldMasterMk cId="1283326314" sldId="2147483954"/>
            <pc:sldLayoutMk cId="928190682" sldId="2147483964"/>
          </pc:sldLayoutMkLst>
        </pc:sldLayoutChg>
        <pc:sldLayoutChg chg="new del replId">
          <pc:chgData name="Amann, Guillaume J" userId="5c8697d1-60e8-4cfe-afe6-e8ad16fdab20" providerId="ADAL" clId="{9B2708CE-18F7-434D-B4DB-BBE1F19B7789}" dt="2024-05-23T23:46:04.350" v="574" actId="6938"/>
          <pc:sldLayoutMkLst>
            <pc:docMk/>
            <pc:sldMasterMk cId="1283326314" sldId="2147483954"/>
            <pc:sldLayoutMk cId="4079338919" sldId="2147483965"/>
          </pc:sldLayoutMkLst>
        </pc:sldLayoutChg>
      </pc:sldMasterChg>
    </pc:docChg>
  </pc:docChgLst>
  <pc:docChgLst>
    <pc:chgData name="Stuart, Sebastian W" userId="c302d82e-2c57-4b16-b4dc-13e5bef371bd" providerId="ADAL" clId="{82B63CB0-8B0D-4066-AAB0-441538802332}"/>
    <pc:docChg chg="undo custSel addSld delSld modSld sldOrd addMainMaster delMainMaster modMainMaster">
      <pc:chgData name="Stuart, Sebastian W" userId="c302d82e-2c57-4b16-b4dc-13e5bef371bd" providerId="ADAL" clId="{82B63CB0-8B0D-4066-AAB0-441538802332}" dt="2024-05-24T00:19:45.778" v="148" actId="47"/>
      <pc:docMkLst>
        <pc:docMk/>
      </pc:docMkLst>
      <pc:sldChg chg="modSp mod">
        <pc:chgData name="Stuart, Sebastian W" userId="c302d82e-2c57-4b16-b4dc-13e5bef371bd" providerId="ADAL" clId="{82B63CB0-8B0D-4066-AAB0-441538802332}" dt="2024-05-23T23:17:07.574" v="52" actId="404"/>
        <pc:sldMkLst>
          <pc:docMk/>
          <pc:sldMk cId="572534859" sldId="302"/>
        </pc:sldMkLst>
        <pc:spChg chg="mod">
          <ac:chgData name="Stuart, Sebastian W" userId="c302d82e-2c57-4b16-b4dc-13e5bef371bd" providerId="ADAL" clId="{82B63CB0-8B0D-4066-AAB0-441538802332}" dt="2024-05-23T23:17:07.574" v="52" actId="404"/>
          <ac:spMkLst>
            <pc:docMk/>
            <pc:sldMk cId="572534859" sldId="302"/>
            <ac:spMk id="13314" creationId="{00000000-0000-0000-0000-000000000000}"/>
          </ac:spMkLst>
        </pc:spChg>
      </pc:sldChg>
      <pc:sldChg chg="modSp mod">
        <pc:chgData name="Stuart, Sebastian W" userId="c302d82e-2c57-4b16-b4dc-13e5bef371bd" providerId="ADAL" clId="{82B63CB0-8B0D-4066-AAB0-441538802332}" dt="2024-05-23T23:17:00.173" v="51" actId="404"/>
        <pc:sldMkLst>
          <pc:docMk/>
          <pc:sldMk cId="567083183" sldId="349"/>
        </pc:sldMkLst>
        <pc:spChg chg="mod">
          <ac:chgData name="Stuart, Sebastian W" userId="c302d82e-2c57-4b16-b4dc-13e5bef371bd" providerId="ADAL" clId="{82B63CB0-8B0D-4066-AAB0-441538802332}" dt="2024-05-23T23:17:00.173" v="51" actId="404"/>
          <ac:spMkLst>
            <pc:docMk/>
            <pc:sldMk cId="567083183" sldId="349"/>
            <ac:spMk id="13314" creationId="{00000000-0000-0000-0000-000000000000}"/>
          </ac:spMkLst>
        </pc:spChg>
      </pc:sldChg>
      <pc:sldChg chg="modSp mod">
        <pc:chgData name="Stuart, Sebastian W" userId="c302d82e-2c57-4b16-b4dc-13e5bef371bd" providerId="ADAL" clId="{82B63CB0-8B0D-4066-AAB0-441538802332}" dt="2024-05-23T23:17:50.564" v="54" actId="2711"/>
        <pc:sldMkLst>
          <pc:docMk/>
          <pc:sldMk cId="2914474052" sldId="367"/>
        </pc:sldMkLst>
        <pc:spChg chg="mod">
          <ac:chgData name="Stuart, Sebastian W" userId="c302d82e-2c57-4b16-b4dc-13e5bef371bd" providerId="ADAL" clId="{82B63CB0-8B0D-4066-AAB0-441538802332}" dt="2024-05-23T23:17:50.564" v="54" actId="2711"/>
          <ac:spMkLst>
            <pc:docMk/>
            <pc:sldMk cId="2914474052" sldId="367"/>
            <ac:spMk id="13314" creationId="{00000000-0000-0000-0000-000000000000}"/>
          </ac:spMkLst>
        </pc:spChg>
      </pc:sldChg>
      <pc:sldChg chg="modSp mod">
        <pc:chgData name="Stuart, Sebastian W" userId="c302d82e-2c57-4b16-b4dc-13e5bef371bd" providerId="ADAL" clId="{82B63CB0-8B0D-4066-AAB0-441538802332}" dt="2024-05-23T23:39:56.953" v="145" actId="113"/>
        <pc:sldMkLst>
          <pc:docMk/>
          <pc:sldMk cId="3153524923" sldId="401"/>
        </pc:sldMkLst>
        <pc:spChg chg="mod">
          <ac:chgData name="Stuart, Sebastian W" userId="c302d82e-2c57-4b16-b4dc-13e5bef371bd" providerId="ADAL" clId="{82B63CB0-8B0D-4066-AAB0-441538802332}" dt="2024-05-23T23:18:43.987" v="60" actId="1076"/>
          <ac:spMkLst>
            <pc:docMk/>
            <pc:sldMk cId="3153524923" sldId="401"/>
            <ac:spMk id="2" creationId="{AAFA942A-44EE-15D3-4C5A-8FD371209C09}"/>
          </ac:spMkLst>
        </pc:spChg>
        <pc:spChg chg="mod">
          <ac:chgData name="Stuart, Sebastian W" userId="c302d82e-2c57-4b16-b4dc-13e5bef371bd" providerId="ADAL" clId="{82B63CB0-8B0D-4066-AAB0-441538802332}" dt="2024-05-23T23:18:25.598" v="57" actId="113"/>
          <ac:spMkLst>
            <pc:docMk/>
            <pc:sldMk cId="3153524923" sldId="401"/>
            <ac:spMk id="4" creationId="{D735AE92-35B1-C0D5-76AB-6A670B611CAD}"/>
          </ac:spMkLst>
        </pc:spChg>
        <pc:spChg chg="mod">
          <ac:chgData name="Stuart, Sebastian W" userId="c302d82e-2c57-4b16-b4dc-13e5bef371bd" providerId="ADAL" clId="{82B63CB0-8B0D-4066-AAB0-441538802332}" dt="2024-05-23T23:39:56.953" v="145" actId="113"/>
          <ac:spMkLst>
            <pc:docMk/>
            <pc:sldMk cId="3153524923" sldId="401"/>
            <ac:spMk id="6" creationId="{A595D64D-B4E0-0424-5DC7-71D7E0D122BD}"/>
          </ac:spMkLst>
        </pc:spChg>
      </pc:sldChg>
      <pc:sldChg chg="modSp new mod">
        <pc:chgData name="Stuart, Sebastian W" userId="c302d82e-2c57-4b16-b4dc-13e5bef371bd" providerId="ADAL" clId="{82B63CB0-8B0D-4066-AAB0-441538802332}" dt="2024-05-23T22:50:26.591" v="50" actId="20577"/>
        <pc:sldMkLst>
          <pc:docMk/>
          <pc:sldMk cId="884143671" sldId="402"/>
        </pc:sldMkLst>
        <pc:spChg chg="mod">
          <ac:chgData name="Stuart, Sebastian W" userId="c302d82e-2c57-4b16-b4dc-13e5bef371bd" providerId="ADAL" clId="{82B63CB0-8B0D-4066-AAB0-441538802332}" dt="2024-05-23T22:50:26.591" v="50" actId="20577"/>
          <ac:spMkLst>
            <pc:docMk/>
            <pc:sldMk cId="884143671" sldId="402"/>
            <ac:spMk id="4" creationId="{F5B14353-48C2-5E5C-4478-1E78795C15EE}"/>
          </ac:spMkLst>
        </pc:spChg>
      </pc:sldChg>
      <pc:sldChg chg="new del ord">
        <pc:chgData name="Stuart, Sebastian W" userId="c302d82e-2c57-4b16-b4dc-13e5bef371bd" providerId="ADAL" clId="{82B63CB0-8B0D-4066-AAB0-441538802332}" dt="2024-05-23T23:20:53.520" v="105" actId="47"/>
        <pc:sldMkLst>
          <pc:docMk/>
          <pc:sldMk cId="2408919985" sldId="402"/>
        </pc:sldMkLst>
      </pc:sldChg>
      <pc:sldChg chg="new del">
        <pc:chgData name="Stuart, Sebastian W" userId="c302d82e-2c57-4b16-b4dc-13e5bef371bd" providerId="ADAL" clId="{82B63CB0-8B0D-4066-AAB0-441538802332}" dt="2024-05-24T00:19:45.778" v="148" actId="47"/>
        <pc:sldMkLst>
          <pc:docMk/>
          <pc:sldMk cId="428704361" sldId="403"/>
        </pc:sldMkLst>
      </pc:sldChg>
      <pc:sldChg chg="new del">
        <pc:chgData name="Stuart, Sebastian W" userId="c302d82e-2c57-4b16-b4dc-13e5bef371bd" providerId="ADAL" clId="{82B63CB0-8B0D-4066-AAB0-441538802332}" dt="2024-05-23T23:20:54.616" v="106" actId="47"/>
        <pc:sldMkLst>
          <pc:docMk/>
          <pc:sldMk cId="4119070722" sldId="403"/>
        </pc:sldMkLst>
      </pc:sldChg>
      <pc:sldMasterChg chg="addSp delSp modSp mod addSldLayout modSldLayout sldLayoutOrd">
        <pc:chgData name="Stuart, Sebastian W" userId="c302d82e-2c57-4b16-b4dc-13e5bef371bd" providerId="ADAL" clId="{82B63CB0-8B0D-4066-AAB0-441538802332}" dt="2024-05-24T00:19:22.935" v="146" actId="1076"/>
        <pc:sldMasterMkLst>
          <pc:docMk/>
          <pc:sldMasterMk cId="0" sldId="2147483648"/>
        </pc:sldMasterMkLst>
        <pc:spChg chg="add mod">
          <ac:chgData name="Stuart, Sebastian W" userId="c302d82e-2c57-4b16-b4dc-13e5bef371bd" providerId="ADAL" clId="{82B63CB0-8B0D-4066-AAB0-441538802332}" dt="2024-05-23T23:21:52.490" v="122"/>
          <ac:spMkLst>
            <pc:docMk/>
            <pc:sldMasterMk cId="0" sldId="2147483648"/>
            <ac:spMk id="4" creationId="{4853580E-17DA-3834-62AA-B4938277A46E}"/>
          </ac:spMkLst>
        </pc:spChg>
        <pc:spChg chg="mod">
          <ac:chgData name="Stuart, Sebastian W" userId="c302d82e-2c57-4b16-b4dc-13e5bef371bd" providerId="ADAL" clId="{82B63CB0-8B0D-4066-AAB0-441538802332}" dt="2024-05-23T23:19:22.948" v="98" actId="20577"/>
          <ac:spMkLst>
            <pc:docMk/>
            <pc:sldMasterMk cId="0" sldId="2147483648"/>
            <ac:spMk id="8" creationId="{00000000-0000-0000-0000-000000000000}"/>
          </ac:spMkLst>
        </pc:spChg>
        <pc:spChg chg="mod">
          <ac:chgData name="Stuart, Sebastian W" userId="c302d82e-2c57-4b16-b4dc-13e5bef371bd" providerId="ADAL" clId="{82B63CB0-8B0D-4066-AAB0-441538802332}" dt="2024-05-23T23:20:30.472" v="100" actId="20577"/>
          <ac:spMkLst>
            <pc:docMk/>
            <pc:sldMasterMk cId="0" sldId="2147483648"/>
            <ac:spMk id="6146" creationId="{00000000-0000-0000-0000-000000000000}"/>
          </ac:spMkLst>
        </pc:spChg>
        <pc:picChg chg="mod">
          <ac:chgData name="Stuart, Sebastian W" userId="c302d82e-2c57-4b16-b4dc-13e5bef371bd" providerId="ADAL" clId="{82B63CB0-8B0D-4066-AAB0-441538802332}" dt="2024-05-23T22:38:59.847" v="35" actId="1076"/>
          <ac:picMkLst>
            <pc:docMk/>
            <pc:sldMasterMk cId="0" sldId="2147483648"/>
            <ac:picMk id="2" creationId="{8388A8DC-D593-AC7C-50C8-17CF8157046D}"/>
          </ac:picMkLst>
        </pc:picChg>
        <pc:picChg chg="del">
          <ac:chgData name="Stuart, Sebastian W" userId="c302d82e-2c57-4b16-b4dc-13e5bef371bd" providerId="ADAL" clId="{82B63CB0-8B0D-4066-AAB0-441538802332}" dt="2024-05-23T22:36:24.156" v="1" actId="478"/>
          <ac:picMkLst>
            <pc:docMk/>
            <pc:sldMasterMk cId="0" sldId="2147483648"/>
            <ac:picMk id="11" creationId="{36C71174-36FA-2C9A-3CBC-4BA2CDDD0EBB}"/>
          </ac:picMkLst>
        </pc:picChg>
        <pc:picChg chg="del">
          <ac:chgData name="Stuart, Sebastian W" userId="c302d82e-2c57-4b16-b4dc-13e5bef371bd" providerId="ADAL" clId="{82B63CB0-8B0D-4066-AAB0-441538802332}" dt="2024-05-23T22:36:01.259" v="0" actId="478"/>
          <ac:picMkLst>
            <pc:docMk/>
            <pc:sldMasterMk cId="0" sldId="2147483648"/>
            <ac:picMk id="17" creationId="{3917E272-3BEB-65CB-720E-AEC986AA58FD}"/>
          </ac:picMkLst>
        </pc:picChg>
        <pc:sldLayoutChg chg="addSp modSp mod">
          <pc:chgData name="Stuart, Sebastian W" userId="c302d82e-2c57-4b16-b4dc-13e5bef371bd" providerId="ADAL" clId="{82B63CB0-8B0D-4066-AAB0-441538802332}" dt="2024-05-23T22:38:14.379" v="32" actId="1036"/>
          <pc:sldLayoutMkLst>
            <pc:docMk/>
            <pc:sldMasterMk cId="0" sldId="2147483648"/>
            <pc:sldLayoutMk cId="0" sldId="2147483951"/>
          </pc:sldLayoutMkLst>
          <pc:spChg chg="add mod">
            <ac:chgData name="Stuart, Sebastian W" userId="c302d82e-2c57-4b16-b4dc-13e5bef371bd" providerId="ADAL" clId="{82B63CB0-8B0D-4066-AAB0-441538802332}" dt="2024-05-23T22:38:14.379" v="32" actId="1036"/>
            <ac:spMkLst>
              <pc:docMk/>
              <pc:sldMasterMk cId="0" sldId="2147483648"/>
              <pc:sldLayoutMk cId="0" sldId="2147483951"/>
              <ac:spMk id="5" creationId="{6167ACF6-2B2F-5A82-1288-E5C5FB2C33C7}"/>
            </ac:spMkLst>
          </pc:spChg>
          <pc:cxnChg chg="mod">
            <ac:chgData name="Stuart, Sebastian W" userId="c302d82e-2c57-4b16-b4dc-13e5bef371bd" providerId="ADAL" clId="{82B63CB0-8B0D-4066-AAB0-441538802332}" dt="2024-05-23T22:37:22.033" v="3" actId="14100"/>
            <ac:cxnSpMkLst>
              <pc:docMk/>
              <pc:sldMasterMk cId="0" sldId="2147483648"/>
              <pc:sldLayoutMk cId="0" sldId="2147483951"/>
              <ac:cxnSpMk id="12" creationId="{00000000-0000-0000-0000-000000000000}"/>
            </ac:cxnSpMkLst>
          </pc:cxnChg>
        </pc:sldLayoutChg>
        <pc:sldLayoutChg chg="addSp modSp mod">
          <pc:chgData name="Stuart, Sebastian W" userId="c302d82e-2c57-4b16-b4dc-13e5bef371bd" providerId="ADAL" clId="{82B63CB0-8B0D-4066-AAB0-441538802332}" dt="2024-05-24T00:19:22.935" v="146" actId="1076"/>
          <pc:sldLayoutMkLst>
            <pc:docMk/>
            <pc:sldMasterMk cId="0" sldId="2147483648"/>
            <pc:sldLayoutMk cId="0" sldId="2147483952"/>
          </pc:sldLayoutMkLst>
          <pc:spChg chg="add mod">
            <ac:chgData name="Stuart, Sebastian W" userId="c302d82e-2c57-4b16-b4dc-13e5bef371bd" providerId="ADAL" clId="{82B63CB0-8B0D-4066-AAB0-441538802332}" dt="2024-05-23T22:38:37.744" v="33"/>
            <ac:spMkLst>
              <pc:docMk/>
              <pc:sldMasterMk cId="0" sldId="2147483648"/>
              <pc:sldLayoutMk cId="0" sldId="2147483952"/>
              <ac:spMk id="2" creationId="{7A1139F2-721D-B3A2-8792-BB5C53B881D8}"/>
            </ac:spMkLst>
          </pc:spChg>
          <pc:spChg chg="mod">
            <ac:chgData name="Stuart, Sebastian W" userId="c302d82e-2c57-4b16-b4dc-13e5bef371bd" providerId="ADAL" clId="{82B63CB0-8B0D-4066-AAB0-441538802332}" dt="2024-05-24T00:19:22.935" v="146" actId="1076"/>
            <ac:spMkLst>
              <pc:docMk/>
              <pc:sldMasterMk cId="0" sldId="2147483648"/>
              <pc:sldLayoutMk cId="0" sldId="2147483952"/>
              <ac:spMk id="3" creationId="{00000000-0000-0000-0000-000000000000}"/>
            </ac:spMkLst>
          </pc:spChg>
          <pc:spChg chg="mod">
            <ac:chgData name="Stuart, Sebastian W" userId="c302d82e-2c57-4b16-b4dc-13e5bef371bd" providerId="ADAL" clId="{82B63CB0-8B0D-4066-AAB0-441538802332}" dt="2024-05-23T22:45:07.960" v="36" actId="1076"/>
            <ac:spMkLst>
              <pc:docMk/>
              <pc:sldMasterMk cId="0" sldId="2147483648"/>
              <pc:sldLayoutMk cId="0" sldId="2147483952"/>
              <ac:spMk id="5" creationId="{00000000-0000-0000-0000-000000000000}"/>
            </ac:spMkLst>
          </pc:spChg>
        </pc:sldLayoutChg>
        <pc:sldLayoutChg chg="delSp modSp new mod ord">
          <pc:chgData name="Stuart, Sebastian W" userId="c302d82e-2c57-4b16-b4dc-13e5bef371bd" providerId="ADAL" clId="{82B63CB0-8B0D-4066-AAB0-441538802332}" dt="2024-05-23T23:23:50.319" v="128" actId="478"/>
          <pc:sldLayoutMkLst>
            <pc:docMk/>
            <pc:sldMasterMk cId="0" sldId="2147483648"/>
            <pc:sldLayoutMk cId="144724589" sldId="2147483953"/>
          </pc:sldLayoutMkLst>
          <pc:spChg chg="del">
            <ac:chgData name="Stuart, Sebastian W" userId="c302d82e-2c57-4b16-b4dc-13e5bef371bd" providerId="ADAL" clId="{82B63CB0-8B0D-4066-AAB0-441538802332}" dt="2024-05-23T23:21:13.483" v="121" actId="478"/>
            <ac:spMkLst>
              <pc:docMk/>
              <pc:sldMasterMk cId="0" sldId="2147483648"/>
              <pc:sldLayoutMk cId="144724589" sldId="2147483953"/>
              <ac:spMk id="2" creationId="{36C93284-EB9B-EBE1-1340-82D63A602ADF}"/>
            </ac:spMkLst>
          </pc:spChg>
          <pc:spChg chg="del mod">
            <ac:chgData name="Stuart, Sebastian W" userId="c302d82e-2c57-4b16-b4dc-13e5bef371bd" providerId="ADAL" clId="{82B63CB0-8B0D-4066-AAB0-441538802332}" dt="2024-05-23T23:23:46.357" v="127" actId="478"/>
            <ac:spMkLst>
              <pc:docMk/>
              <pc:sldMasterMk cId="0" sldId="2147483648"/>
              <pc:sldLayoutMk cId="144724589" sldId="2147483953"/>
              <ac:spMk id="3" creationId="{9C066312-08E3-F97B-15E4-7303C51552CF}"/>
            </ac:spMkLst>
          </pc:spChg>
          <pc:spChg chg="del">
            <ac:chgData name="Stuart, Sebastian W" userId="c302d82e-2c57-4b16-b4dc-13e5bef371bd" providerId="ADAL" clId="{82B63CB0-8B0D-4066-AAB0-441538802332}" dt="2024-05-23T23:23:50.319" v="128" actId="478"/>
            <ac:spMkLst>
              <pc:docMk/>
              <pc:sldMasterMk cId="0" sldId="2147483648"/>
              <pc:sldLayoutMk cId="144724589" sldId="2147483953"/>
              <ac:spMk id="4" creationId="{B40E1AC8-C6AA-05A5-7E3E-D2C351108A2D}"/>
            </ac:spMkLst>
          </pc:spChg>
        </pc:sldLayoutChg>
      </pc:sldMasterChg>
      <pc:sldMasterChg chg="new del mod addSldLayout delSldLayout">
        <pc:chgData name="Stuart, Sebastian W" userId="c302d82e-2c57-4b16-b4dc-13e5bef371bd" providerId="ADAL" clId="{82B63CB0-8B0D-4066-AAB0-441538802332}" dt="2024-05-23T23:21:05.112" v="119" actId="2696"/>
        <pc:sldMasterMkLst>
          <pc:docMk/>
          <pc:sldMasterMk cId="3192312169" sldId="2147483953"/>
        </pc:sldMasterMkLst>
        <pc:sldLayoutChg chg="new del replId">
          <pc:chgData name="Stuart, Sebastian W" userId="c302d82e-2c57-4b16-b4dc-13e5bef371bd" providerId="ADAL" clId="{82B63CB0-8B0D-4066-AAB0-441538802332}" dt="2024-05-23T23:21:04.985" v="108" actId="2696"/>
          <pc:sldLayoutMkLst>
            <pc:docMk/>
            <pc:sldMasterMk cId="3192312169" sldId="2147483953"/>
            <pc:sldLayoutMk cId="2897968862" sldId="2147483954"/>
          </pc:sldLayoutMkLst>
        </pc:sldLayoutChg>
        <pc:sldLayoutChg chg="new del replId">
          <pc:chgData name="Stuart, Sebastian W" userId="c302d82e-2c57-4b16-b4dc-13e5bef371bd" providerId="ADAL" clId="{82B63CB0-8B0D-4066-AAB0-441538802332}" dt="2024-05-23T23:21:05" v="109" actId="2696"/>
          <pc:sldLayoutMkLst>
            <pc:docMk/>
            <pc:sldMasterMk cId="3192312169" sldId="2147483953"/>
            <pc:sldLayoutMk cId="2207439911" sldId="2147483955"/>
          </pc:sldLayoutMkLst>
        </pc:sldLayoutChg>
        <pc:sldLayoutChg chg="new del replId">
          <pc:chgData name="Stuart, Sebastian W" userId="c302d82e-2c57-4b16-b4dc-13e5bef371bd" providerId="ADAL" clId="{82B63CB0-8B0D-4066-AAB0-441538802332}" dt="2024-05-23T23:21:05.012" v="110" actId="2696"/>
          <pc:sldLayoutMkLst>
            <pc:docMk/>
            <pc:sldMasterMk cId="3192312169" sldId="2147483953"/>
            <pc:sldLayoutMk cId="2958456076" sldId="2147483956"/>
          </pc:sldLayoutMkLst>
        </pc:sldLayoutChg>
        <pc:sldLayoutChg chg="new del replId">
          <pc:chgData name="Stuart, Sebastian W" userId="c302d82e-2c57-4b16-b4dc-13e5bef371bd" providerId="ADAL" clId="{82B63CB0-8B0D-4066-AAB0-441538802332}" dt="2024-05-23T23:21:05.029" v="111" actId="2696"/>
          <pc:sldLayoutMkLst>
            <pc:docMk/>
            <pc:sldMasterMk cId="3192312169" sldId="2147483953"/>
            <pc:sldLayoutMk cId="2676565260" sldId="2147483957"/>
          </pc:sldLayoutMkLst>
        </pc:sldLayoutChg>
        <pc:sldLayoutChg chg="new del replId">
          <pc:chgData name="Stuart, Sebastian W" userId="c302d82e-2c57-4b16-b4dc-13e5bef371bd" providerId="ADAL" clId="{82B63CB0-8B0D-4066-AAB0-441538802332}" dt="2024-05-23T23:21:05.045" v="112" actId="2696"/>
          <pc:sldLayoutMkLst>
            <pc:docMk/>
            <pc:sldMasterMk cId="3192312169" sldId="2147483953"/>
            <pc:sldLayoutMk cId="1220955943" sldId="2147483958"/>
          </pc:sldLayoutMkLst>
        </pc:sldLayoutChg>
        <pc:sldLayoutChg chg="new del replId">
          <pc:chgData name="Stuart, Sebastian W" userId="c302d82e-2c57-4b16-b4dc-13e5bef371bd" providerId="ADAL" clId="{82B63CB0-8B0D-4066-AAB0-441538802332}" dt="2024-05-23T23:21:05.057" v="113" actId="2696"/>
          <pc:sldLayoutMkLst>
            <pc:docMk/>
            <pc:sldMasterMk cId="3192312169" sldId="2147483953"/>
            <pc:sldLayoutMk cId="2984860632" sldId="2147483959"/>
          </pc:sldLayoutMkLst>
        </pc:sldLayoutChg>
        <pc:sldLayoutChg chg="new del replId">
          <pc:chgData name="Stuart, Sebastian W" userId="c302d82e-2c57-4b16-b4dc-13e5bef371bd" providerId="ADAL" clId="{82B63CB0-8B0D-4066-AAB0-441538802332}" dt="2024-05-23T23:21:05.068" v="114" actId="2696"/>
          <pc:sldLayoutMkLst>
            <pc:docMk/>
            <pc:sldMasterMk cId="3192312169" sldId="2147483953"/>
            <pc:sldLayoutMk cId="2970498400" sldId="2147483960"/>
          </pc:sldLayoutMkLst>
        </pc:sldLayoutChg>
        <pc:sldLayoutChg chg="new del replId">
          <pc:chgData name="Stuart, Sebastian W" userId="c302d82e-2c57-4b16-b4dc-13e5bef371bd" providerId="ADAL" clId="{82B63CB0-8B0D-4066-AAB0-441538802332}" dt="2024-05-23T23:21:05.080" v="115" actId="2696"/>
          <pc:sldLayoutMkLst>
            <pc:docMk/>
            <pc:sldMasterMk cId="3192312169" sldId="2147483953"/>
            <pc:sldLayoutMk cId="2471284864" sldId="2147483961"/>
          </pc:sldLayoutMkLst>
        </pc:sldLayoutChg>
        <pc:sldLayoutChg chg="new del replId">
          <pc:chgData name="Stuart, Sebastian W" userId="c302d82e-2c57-4b16-b4dc-13e5bef371bd" providerId="ADAL" clId="{82B63CB0-8B0D-4066-AAB0-441538802332}" dt="2024-05-23T23:21:05.091" v="116" actId="2696"/>
          <pc:sldLayoutMkLst>
            <pc:docMk/>
            <pc:sldMasterMk cId="3192312169" sldId="2147483953"/>
            <pc:sldLayoutMk cId="195994861" sldId="2147483962"/>
          </pc:sldLayoutMkLst>
        </pc:sldLayoutChg>
        <pc:sldLayoutChg chg="new del replId">
          <pc:chgData name="Stuart, Sebastian W" userId="c302d82e-2c57-4b16-b4dc-13e5bef371bd" providerId="ADAL" clId="{82B63CB0-8B0D-4066-AAB0-441538802332}" dt="2024-05-23T23:21:05.099" v="117" actId="2696"/>
          <pc:sldLayoutMkLst>
            <pc:docMk/>
            <pc:sldMasterMk cId="3192312169" sldId="2147483953"/>
            <pc:sldLayoutMk cId="3889407441" sldId="2147483963"/>
          </pc:sldLayoutMkLst>
        </pc:sldLayoutChg>
        <pc:sldLayoutChg chg="new del replId">
          <pc:chgData name="Stuart, Sebastian W" userId="c302d82e-2c57-4b16-b4dc-13e5bef371bd" providerId="ADAL" clId="{82B63CB0-8B0D-4066-AAB0-441538802332}" dt="2024-05-23T23:21:05.107" v="118" actId="2696"/>
          <pc:sldLayoutMkLst>
            <pc:docMk/>
            <pc:sldMasterMk cId="3192312169" sldId="2147483953"/>
            <pc:sldLayoutMk cId="3444039227" sldId="2147483964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A4F84A3-A6DE-4D63-AAD1-9AAB6655C8E9}" type="datetimeFigureOut">
              <a:rPr lang="en-US"/>
              <a:pPr>
                <a:defRPr/>
              </a:pPr>
              <a:t>5/27/24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B817BC3-1AEF-4F46-9182-7B6BE78777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3402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984C4D41-D2A7-4BED-9AA5-9E9A39D58907}" type="datetimeFigureOut">
              <a:rPr lang="en-US"/>
              <a:pPr>
                <a:defRPr/>
              </a:pPr>
              <a:t>5/27/24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005A3BF0-9162-4A6A-A845-C85B6C14AE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69565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charset="0"/>
            </a:endParaRPr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EF12904C-D653-4778-99E0-7623B6837EBA}" type="slidenum">
              <a:rPr lang="en-US" smtClean="0"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06476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BD7344D-1A1B-9589-EE19-F3F074EF8492}"/>
              </a:ext>
            </a:extLst>
          </p:cNvPr>
          <p:cNvCxnSpPr/>
          <p:nvPr userDrawn="1"/>
        </p:nvCxnSpPr>
        <p:spPr>
          <a:xfrm>
            <a:off x="0" y="838200"/>
            <a:ext cx="9144000" cy="1588"/>
          </a:xfrm>
          <a:prstGeom prst="line">
            <a:avLst/>
          </a:prstGeom>
          <a:ln w="22225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724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680771"/>
            <a:ext cx="7772400" cy="369332"/>
          </a:xfrm>
        </p:spPr>
        <p:txBody>
          <a:bodyPr wrap="square">
            <a:spAutoFit/>
          </a:bodyPr>
          <a:lstStyle>
            <a:lvl1pPr algn="l">
              <a:defRPr sz="24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3352800"/>
            <a:ext cx="6400800" cy="215444"/>
          </a:xfrm>
        </p:spPr>
        <p:txBody>
          <a:bodyPr tIns="0" bIns="0">
            <a:spAutoFit/>
          </a:bodyPr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noProof="0"/>
              <a:t>Test Footer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67587"/>
            <a:ext cx="2133600" cy="15388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061CA0-25DC-4820-AE0E-3088C346EE0F}" type="slidenum">
              <a:rPr lang="en-US" noProof="0" smtClean="0"/>
              <a:pPr>
                <a:defRPr/>
              </a:pPr>
              <a:t>‹#›</a:t>
            </a:fld>
            <a:endParaRPr lang="en-US" noProof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67ACF6-2B2F-5A82-1288-E5C5FB2C33C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848601" y="152400"/>
            <a:ext cx="14478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800" b="1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Inicio</a:t>
            </a:r>
            <a:r>
              <a:rPr lang="en-GB" sz="18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Financial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" y="1690828"/>
            <a:ext cx="9136380" cy="1341906"/>
          </a:xfrm>
        </p:spPr>
        <p:txBody>
          <a:bodyPr>
            <a:spAutoFit/>
          </a:bodyPr>
          <a:lstStyle>
            <a:lvl1pPr marL="173038" indent="-173038">
              <a:buClrTx/>
              <a:buFont typeface="Wingdings" panose="05000000000000000000" pitchFamily="2" charset="2"/>
              <a:buChar char="§"/>
              <a:defRPr b="0" i="0" u="none"/>
            </a:lvl1pPr>
            <a:lvl2pPr marL="346075" indent="-173038">
              <a:buClrTx/>
              <a:buSzPct val="120000"/>
              <a:buFont typeface="Arial" panose="020B0604020202020204" pitchFamily="34" charset="0"/>
              <a:buChar char="•"/>
              <a:defRPr/>
            </a:lvl2pPr>
            <a:lvl3pPr marL="568325" indent="-222250">
              <a:buClrTx/>
              <a:buFont typeface="Wingdings" panose="05000000000000000000" pitchFamily="2" charset="2"/>
              <a:buChar char="Ø"/>
              <a:defRPr/>
            </a:lvl3pPr>
            <a:lvl4pPr marL="803275" indent="-234950">
              <a:buClrTx/>
              <a:buSzPct val="120000"/>
              <a:defRPr/>
            </a:lvl4pPr>
            <a:lvl5pPr marL="1025525" indent="-222250">
              <a:buClrTx/>
              <a:buSzPct val="120000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noProof="0"/>
              <a:t>Test Footer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5B7867-EB00-4675-821B-66D3FE8CD564}" type="slidenum">
              <a:rPr lang="en-US" noProof="0" smtClean="0"/>
              <a:pPr>
                <a:defRPr/>
              </a:pPr>
              <a:t>‹#›</a:t>
            </a:fld>
            <a:endParaRPr lang="en-US" noProof="0"/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381000" y="204143"/>
            <a:ext cx="8305800" cy="461665"/>
          </a:xfrm>
        </p:spPr>
        <p:txBody>
          <a:bodyPr>
            <a:spAutoFit/>
          </a:bodyPr>
          <a:lstStyle>
            <a:lvl1pPr>
              <a:defRPr sz="3000" b="1"/>
            </a:lvl1pPr>
          </a:lstStyle>
          <a:p>
            <a:r>
              <a:rPr lang="en-US" noProof="0"/>
              <a:t> 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0" y="838200"/>
            <a:ext cx="9144000" cy="1588"/>
          </a:xfrm>
          <a:prstGeom prst="line">
            <a:avLst/>
          </a:prstGeom>
          <a:ln w="22225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53D594E-14FE-ADFC-BD49-CA700C6861D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848601" y="152400"/>
            <a:ext cx="14478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800" b="1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Inicio</a:t>
            </a:r>
            <a:r>
              <a:rPr lang="en-GB" sz="18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Financial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808C2-3F9D-3921-99DF-9523FB152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0B628-71A8-DD87-9A9F-7C02775329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40F1DE4-2AA3-4921-8669-9831BE04B3E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9B35AAF-C520-7E5D-5966-F9961968FC0E}"/>
              </a:ext>
            </a:extLst>
          </p:cNvPr>
          <p:cNvSpPr/>
          <p:nvPr userDrawn="1"/>
        </p:nvSpPr>
        <p:spPr>
          <a:xfrm>
            <a:off x="381000" y="1295400"/>
            <a:ext cx="8229600" cy="5081868"/>
          </a:xfrm>
          <a:prstGeom prst="roundRect">
            <a:avLst>
              <a:gd name="adj" fmla="val 1673"/>
            </a:avLst>
          </a:prstGeom>
          <a:solidFill>
            <a:schemeClr val="bg1">
              <a:lumMod val="85000"/>
              <a:alpha val="34961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288000" rIns="216000" bIns="288000" rtlCol="0" anchor="ctr"/>
          <a:lstStyle/>
          <a:p>
            <a:pPr marL="285750" marR="0" lvl="0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1000"/>
              </a:spcAft>
              <a:buClrTx/>
              <a:buSzPct val="110000"/>
              <a:buFont typeface="Wingdings" pitchFamily="2" charset="2"/>
              <a:buChar char="§"/>
              <a:tabLst/>
              <a:defRPr/>
            </a:pPr>
            <a:r>
              <a:rPr kumimoji="0" lang="en-US" sz="16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 panose="020B0504020202020204" pitchFamily="34" charset="0"/>
                <a:cs typeface="Times New Roman" panose="02020603050405020304" pitchFamily="18" charset="0"/>
              </a:rPr>
              <a:t>Nautilus has indicated that it needs $1.5 billion in funding to continue ramping up its international expansion efforts and for general corporate purposes</a:t>
            </a:r>
          </a:p>
          <a:p>
            <a:pPr marL="285750" marR="0" lvl="0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1000"/>
              </a:spcAft>
              <a:buClrTx/>
              <a:buSzPct val="110000"/>
              <a:buFont typeface="Wingdings" pitchFamily="2" charset="2"/>
              <a:buChar char="§"/>
              <a:tabLst/>
              <a:defRPr/>
            </a:pPr>
            <a:r>
              <a:rPr kumimoji="0" lang="en-US" sz="16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 panose="020B0504020202020204" pitchFamily="34" charset="0"/>
                <a:cs typeface="Arial" panose="020B0604020202020204" pitchFamily="34" charset="0"/>
              </a:rPr>
              <a:t>Management has indicated a strong preference for Unsecured Senior Notes, but we believe that Convertible Bonds offer the lowest cost of funding, and that dilution can be minimized with the proper call-spread structure</a:t>
            </a:r>
          </a:p>
          <a:p>
            <a:pPr marL="285750" marR="0" lvl="0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1000"/>
              </a:spcAft>
              <a:buClrTx/>
              <a:buSzPct val="110000"/>
              <a:buFont typeface="Wingdings" pitchFamily="2" charset="2"/>
              <a:buChar char="§"/>
              <a:tabLst/>
              <a:defRPr/>
            </a:pPr>
            <a:r>
              <a:rPr kumimoji="0" lang="en-US" sz="16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 panose="020B0504020202020204" pitchFamily="34" charset="0"/>
                <a:cs typeface="Times New Roman" panose="02020603050405020304" pitchFamily="18" charset="0"/>
              </a:rPr>
              <a:t>Such Convertible Bonds might offer a 45% conversion premium (conversion price of $641.58) and a 1.5% coupon rate, for an after-tax cash cost of 0.99%</a:t>
            </a:r>
          </a:p>
          <a:p>
            <a:pPr marL="285750" marR="0" lvl="0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1000"/>
              </a:spcAft>
              <a:buClrTx/>
              <a:buSzPct val="110000"/>
              <a:buFont typeface="Wingdings" pitchFamily="2" charset="2"/>
              <a:buChar char="§"/>
              <a:tabLst/>
              <a:defRPr/>
            </a:pPr>
            <a:r>
              <a:rPr kumimoji="0" lang="en-US" sz="16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 panose="020B0504020202020204" pitchFamily="34" charset="0"/>
                <a:cs typeface="Times New Roman" panose="02020603050405020304" pitchFamily="18" charset="0"/>
              </a:rPr>
              <a:t>By contrast, the after-tax cost of Unsecured Senior Notes might be between 3.50% and 4.00%, and such an issuance would likely result in a credit rating downgrade for Nautilus</a:t>
            </a:r>
          </a:p>
          <a:p>
            <a:pPr marL="285750" marR="0" lvl="0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1000"/>
              </a:spcAft>
              <a:buClrTx/>
              <a:buSzPct val="110000"/>
              <a:buFont typeface="Wingdings" pitchFamily="2" charset="2"/>
              <a:buChar char="§"/>
              <a:tabLst/>
              <a:defRPr/>
            </a:pPr>
            <a:r>
              <a:rPr kumimoji="0" lang="en-US" sz="16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 panose="020B0504020202020204" pitchFamily="34" charset="0"/>
                <a:cs typeface="Times New Roman" panose="02020603050405020304" pitchFamily="18" charset="0"/>
              </a:rPr>
              <a:t>Given Nautilus’ share price and valuation multiples, a follow-on equity offering is also viable, but the likely discount on such an offering would imply an after-tax cost of between 1.20% and 1.40%</a:t>
            </a:r>
          </a:p>
          <a:p>
            <a:pPr marL="285750" marR="0" lvl="0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1000"/>
              </a:spcAft>
              <a:buClrTx/>
              <a:buSzPct val="110000"/>
              <a:buFont typeface="Wingdings" pitchFamily="2" charset="2"/>
              <a:buChar char="§"/>
              <a:tabLst/>
              <a:defRPr/>
            </a:pPr>
            <a:r>
              <a:rPr kumimoji="0" lang="en-US" sz="16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 panose="020B0504020202020204" pitchFamily="34" charset="0"/>
                <a:cs typeface="Times New Roman" panose="02020603050405020304" pitchFamily="18" charset="0"/>
              </a:rPr>
              <a:t>The major downside of a Convertible Bond issuance is possible dilution, but the company could raise the effective conversion price by purchasing call options on its stock and selling warrants on its stock at a higher exercise price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9230A8E-447B-4A0B-60F1-FF1FA8CB7F60}"/>
              </a:ext>
            </a:extLst>
          </p:cNvPr>
          <p:cNvCxnSpPr/>
          <p:nvPr userDrawn="1"/>
        </p:nvCxnSpPr>
        <p:spPr>
          <a:xfrm>
            <a:off x="0" y="838200"/>
            <a:ext cx="9144000" cy="1588"/>
          </a:xfrm>
          <a:prstGeom prst="line">
            <a:avLst/>
          </a:prstGeom>
          <a:ln w="22225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4409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88A8DC-D593-AC7C-50C8-17CF8157046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 rotWithShape="1">
          <a:blip r:embed="rId6"/>
          <a:srcRect l="15970" t="17392" r="15883" b="23693"/>
          <a:stretch/>
        </p:blipFill>
        <p:spPr>
          <a:xfrm>
            <a:off x="-108000" y="-102684"/>
            <a:ext cx="9360000" cy="7063367"/>
          </a:xfrm>
          <a:prstGeom prst="rect">
            <a:avLst/>
          </a:prstGeom>
        </p:spPr>
      </p:pic>
      <p:sp>
        <p:nvSpPr>
          <p:cNvPr id="6146" name="Title Placeholder 1"/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 bwMode="auto">
          <a:xfrm>
            <a:off x="381000" y="151200"/>
            <a:ext cx="8305800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noProof="0"/>
              <a:t>Title</a:t>
            </a:r>
          </a:p>
        </p:txBody>
      </p:sp>
      <p:sp>
        <p:nvSpPr>
          <p:cNvPr id="614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81000" y="1646238"/>
            <a:ext cx="8305800" cy="13419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Test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567587"/>
            <a:ext cx="2133600" cy="153888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r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bg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540F1DE4-2AA3-4921-8669-9831BE04B3E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-3429000" y="386834"/>
            <a:ext cx="3200400" cy="13849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2400" b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TNR Title – 32</a:t>
            </a:r>
            <a:endParaRPr lang="en-US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14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r>
              <a:rPr lang="en-US" sz="1400" baseline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/Section Title </a:t>
            </a:r>
            <a:r>
              <a:rPr lang="en-US" sz="14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 – 14</a:t>
            </a:r>
          </a:p>
          <a:p>
            <a:pPr algn="r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12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Bullet</a:t>
            </a:r>
            <a:r>
              <a:rPr lang="en-US" sz="1200" baseline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Subtitle Text</a:t>
            </a:r>
            <a:r>
              <a:rPr lang="en-US" sz="12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12</a:t>
            </a:r>
          </a:p>
          <a:p>
            <a:pPr algn="r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10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Chart</a:t>
            </a:r>
            <a:r>
              <a:rPr lang="en-US" sz="1000" baseline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0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Profile,</a:t>
            </a:r>
            <a:r>
              <a:rPr lang="en-US" sz="1000" baseline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Currency </a:t>
            </a:r>
            <a:r>
              <a:rPr lang="en-US" sz="10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 – 10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-2186151" y="2659942"/>
            <a:ext cx="1957551" cy="4635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200" noProof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Outline: black, ½ pt.</a:t>
            </a:r>
          </a:p>
        </p:txBody>
      </p:sp>
      <p:sp>
        <p:nvSpPr>
          <p:cNvPr id="3" name="Rectangle 2"/>
          <p:cNvSpPr/>
          <p:nvPr userDrawn="1"/>
        </p:nvSpPr>
        <p:spPr>
          <a:xfrm>
            <a:off x="-2186151" y="3383473"/>
            <a:ext cx="1957551" cy="466344"/>
          </a:xfrm>
          <a:prstGeom prst="rect">
            <a:avLst/>
          </a:prstGeom>
          <a:solidFill>
            <a:srgbClr val="CCD1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noProof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204</a:t>
            </a:r>
            <a:r>
              <a:rPr lang="en-GB" sz="1200" baseline="0" noProof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209 – 215</a:t>
            </a:r>
            <a:endParaRPr lang="en-GB" sz="1200" noProof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-2186151" y="4109848"/>
            <a:ext cx="1957551" cy="466344"/>
          </a:xfrm>
          <a:prstGeom prst="rect">
            <a:avLst/>
          </a:prstGeom>
          <a:solidFill>
            <a:srgbClr val="4850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noProof="0">
                <a:latin typeface="Arial" panose="020B0604020202020204" pitchFamily="34" charset="0"/>
                <a:cs typeface="Arial" panose="020B0604020202020204" pitchFamily="34" charset="0"/>
              </a:rPr>
              <a:t>72 – 80 – 89</a:t>
            </a:r>
            <a:r>
              <a:rPr lang="en-GB" sz="1200" baseline="0" noProof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GB" sz="1200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-2186151" y="4836223"/>
            <a:ext cx="1957551" cy="466344"/>
          </a:xfrm>
          <a:prstGeom prst="rect">
            <a:avLst/>
          </a:prstGeom>
          <a:solidFill>
            <a:srgbClr val="5E7C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noProof="0">
                <a:latin typeface="Arial" panose="020B0604020202020204" pitchFamily="34" charset="0"/>
                <a:cs typeface="Arial" panose="020B0604020202020204" pitchFamily="34" charset="0"/>
              </a:rPr>
              <a:t>94 – 124</a:t>
            </a:r>
            <a:r>
              <a:rPr lang="en-GB" sz="1200" baseline="0" noProof="0">
                <a:latin typeface="Arial" panose="020B0604020202020204" pitchFamily="34" charset="0"/>
                <a:cs typeface="Arial" panose="020B0604020202020204" pitchFamily="34" charset="0"/>
              </a:rPr>
              <a:t> – 158</a:t>
            </a:r>
            <a:endParaRPr lang="en-GB" sz="1200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/>
          <p:cNvSpPr/>
          <p:nvPr userDrawn="1"/>
        </p:nvSpPr>
        <p:spPr>
          <a:xfrm>
            <a:off x="-2186151" y="5562600"/>
            <a:ext cx="1957551" cy="466344"/>
          </a:xfrm>
          <a:prstGeom prst="rect">
            <a:avLst/>
          </a:prstGeom>
          <a:solidFill>
            <a:srgbClr val="113D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noProof="0">
                <a:latin typeface="Arial" panose="020B0604020202020204" pitchFamily="34" charset="0"/>
                <a:cs typeface="Arial" panose="020B0604020202020204" pitchFamily="34" charset="0"/>
              </a:rPr>
              <a:t>17 – 61 – 99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-2186151" y="1936411"/>
            <a:ext cx="1957551" cy="463500"/>
          </a:xfrm>
          <a:prstGeom prst="rect">
            <a:avLst/>
          </a:prstGeom>
          <a:solidFill>
            <a:srgbClr val="031174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l">
              <a:buFont typeface="Wingdings" panose="05000000000000000000" pitchFamily="2" charset="2"/>
              <a:buChar char="§"/>
            </a:pPr>
            <a:r>
              <a:rPr lang="en-GB" sz="1200" noProof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 shapes w/ text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53580E-17DA-3834-62AA-B4938277A46E}"/>
              </a:ext>
            </a:extLst>
          </p:cNvPr>
          <p:cNvSpPr txBox="1"/>
          <p:nvPr userDrawn="1"/>
        </p:nvSpPr>
        <p:spPr>
          <a:xfrm>
            <a:off x="7848601" y="152400"/>
            <a:ext cx="14478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800" b="1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Inicio</a:t>
            </a:r>
            <a:r>
              <a:rPr lang="en-GB" sz="18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Financial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3" r:id="rId1"/>
    <p:sldLayoutId id="2147483951" r:id="rId2"/>
    <p:sldLayoutId id="2147483952" r:id="rId3"/>
    <p:sldLayoutId id="2147483954" r:id="rId4"/>
  </p:sldLayoutIdLst>
  <p:hf hdr="0" ftr="0" dt="0"/>
  <p:txStyles>
    <p:titleStyle>
      <a:lvl1pPr algn="just" rtl="0" eaLnBrk="0" fontAlgn="base" hangingPunct="0">
        <a:spcBef>
          <a:spcPct val="0"/>
        </a:spcBef>
        <a:spcAft>
          <a:spcPct val="0"/>
        </a:spcAft>
        <a:defRPr sz="3200" b="0" kern="1200">
          <a:solidFill>
            <a:schemeClr val="bg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  <a:lvl2pPr algn="just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</a:defRPr>
      </a:lvl2pPr>
      <a:lvl3pPr algn="just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</a:defRPr>
      </a:lvl3pPr>
      <a:lvl4pPr algn="just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</a:defRPr>
      </a:lvl4pPr>
      <a:lvl5pPr algn="just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173038" indent="-173038" algn="l" rtl="0" eaLnBrk="0" fontAlgn="base" hangingPunct="0">
        <a:spcBef>
          <a:spcPct val="20000"/>
        </a:spcBef>
        <a:spcAft>
          <a:spcPct val="0"/>
        </a:spcAft>
        <a:buClrTx/>
        <a:buSzPct val="120000"/>
        <a:buFont typeface="Wingdings" panose="05000000000000000000" pitchFamily="2" charset="2"/>
        <a:buChar char="§"/>
        <a:defRPr sz="1400" kern="1200">
          <a:solidFill>
            <a:schemeClr val="bg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346075" indent="-173038" algn="l" rtl="0" eaLnBrk="0" fontAlgn="base" hangingPunct="0">
        <a:spcBef>
          <a:spcPct val="20000"/>
        </a:spcBef>
        <a:spcAft>
          <a:spcPct val="0"/>
        </a:spcAft>
        <a:buClrTx/>
        <a:buSzPct val="120000"/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568325" indent="-228600" algn="l" rtl="0" eaLnBrk="0" fontAlgn="base" hangingPunct="0">
        <a:spcBef>
          <a:spcPct val="20000"/>
        </a:spcBef>
        <a:spcAft>
          <a:spcPct val="0"/>
        </a:spcAft>
        <a:buClrTx/>
        <a:buSzPct val="120000"/>
        <a:buFont typeface="Wingdings" panose="05000000000000000000" pitchFamily="2" charset="2"/>
        <a:buChar char="Ø"/>
        <a:defRPr sz="1400" kern="1200">
          <a:solidFill>
            <a:schemeClr val="bg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803275" indent="-228600" algn="l" rtl="0" eaLnBrk="0" fontAlgn="base" hangingPunct="0">
        <a:spcBef>
          <a:spcPct val="20000"/>
        </a:spcBef>
        <a:spcAft>
          <a:spcPct val="0"/>
        </a:spcAft>
        <a:buClrTx/>
        <a:buSzPct val="120000"/>
        <a:buFont typeface="Arial" charset="0"/>
        <a:buChar char="–"/>
        <a:defRPr sz="1400" kern="1200">
          <a:solidFill>
            <a:schemeClr val="bg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1025525" indent="-228600" algn="l" rtl="0" eaLnBrk="0" fontAlgn="base" hangingPunct="0">
        <a:spcBef>
          <a:spcPct val="20000"/>
        </a:spcBef>
        <a:spcAft>
          <a:spcPct val="0"/>
        </a:spcAft>
        <a:buClrTx/>
        <a:buSzPct val="120000"/>
        <a:buFont typeface="Arial" charset="0"/>
        <a:buChar char="»"/>
        <a:defRPr sz="1400" kern="1200">
          <a:solidFill>
            <a:schemeClr val="bg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55FD63-717E-20A9-DF85-F890E0B83F74}"/>
              </a:ext>
            </a:extLst>
          </p:cNvPr>
          <p:cNvSpPr txBox="1"/>
          <p:nvPr/>
        </p:nvSpPr>
        <p:spPr>
          <a:xfrm>
            <a:off x="381599" y="2520000"/>
            <a:ext cx="4085897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Weekly Macro Report</a:t>
            </a:r>
          </a:p>
          <a:p>
            <a:endParaRPr lang="en-FR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beginning: 20</a:t>
            </a:r>
            <a:r>
              <a:rPr lang="en-GB" baseline="300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May 2024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5ACF108-D5A8-930C-1FD8-E38123AEBA59}"/>
              </a:ext>
            </a:extLst>
          </p:cNvPr>
          <p:cNvCxnSpPr/>
          <p:nvPr/>
        </p:nvCxnSpPr>
        <p:spPr>
          <a:xfrm>
            <a:off x="0" y="838200"/>
            <a:ext cx="9144000" cy="1588"/>
          </a:xfrm>
          <a:prstGeom prst="line">
            <a:avLst/>
          </a:prstGeom>
          <a:ln w="22225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735AE92-35B1-C0D5-76AB-6A670B611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4143"/>
            <a:ext cx="8305800" cy="461665"/>
          </a:xfrm>
        </p:spPr>
        <p:txBody>
          <a:bodyPr/>
          <a:lstStyle/>
          <a:p>
            <a:r>
              <a:rPr lang="en-FR" sz="3000" b="1" dirty="0"/>
              <a:t>Executive Summary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595D64D-B4E0-0424-5DC7-71D7E0D122BD}"/>
              </a:ext>
            </a:extLst>
          </p:cNvPr>
          <p:cNvSpPr/>
          <p:nvPr/>
        </p:nvSpPr>
        <p:spPr>
          <a:xfrm>
            <a:off x="612000" y="1295400"/>
            <a:ext cx="7920000" cy="5081868"/>
          </a:xfrm>
          <a:prstGeom prst="roundRect">
            <a:avLst>
              <a:gd name="adj" fmla="val 1673"/>
            </a:avLst>
          </a:prstGeom>
          <a:solidFill>
            <a:schemeClr val="bg1">
              <a:lumMod val="65000"/>
              <a:alpha val="34961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0" rIns="360000" bIns="360000" rtlCol="0" anchor="ctr"/>
          <a:lstStyle/>
          <a:p>
            <a:pPr marL="285750" marR="0" lvl="0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1000"/>
              </a:spcAft>
              <a:buClrTx/>
              <a:buSzPct val="110000"/>
              <a:buFont typeface="Wingdings" pitchFamily="2" charset="2"/>
              <a:buChar char="§"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 panose="020B0504020202020204" pitchFamily="34" charset="0"/>
                <a:cs typeface="Times New Roman" panose="02020603050405020304" pitchFamily="18" charset="0"/>
              </a:rPr>
              <a:t>Nautilus has indicated that it needs $1.5 billion in funding to continue ramping up its international expansion efforts and for general corporate purposes</a:t>
            </a:r>
          </a:p>
          <a:p>
            <a:pPr marL="285750" marR="0" lvl="0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1000"/>
              </a:spcAft>
              <a:buClrTx/>
              <a:buSzPct val="110000"/>
              <a:buFont typeface="Wingdings" pitchFamily="2" charset="2"/>
              <a:buChar char="§"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 panose="020B0504020202020204" pitchFamily="34" charset="0"/>
                <a:cs typeface="Arial" panose="020B0604020202020204" pitchFamily="34" charset="0"/>
              </a:rPr>
              <a:t>Management has indicated a strong preference for Unsecured Senior Notes, but we believe that Convertible Bonds offer the lowest cost of funding, and that dilution can be minimized with the proper call-spread structure</a:t>
            </a:r>
          </a:p>
          <a:p>
            <a:pPr marL="285750" marR="0" lvl="0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1000"/>
              </a:spcAft>
              <a:buClrTx/>
              <a:buSzPct val="110000"/>
              <a:buFont typeface="Wingdings" pitchFamily="2" charset="2"/>
              <a:buChar char="§"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 panose="020B0504020202020204" pitchFamily="34" charset="0"/>
                <a:cs typeface="Times New Roman" panose="02020603050405020304" pitchFamily="18" charset="0"/>
              </a:rPr>
              <a:t>Such Convertible Bonds might offer a 45% conversion premium (conversion price of $641.58) and a 1.5% coupon rate, for an after-tax cash cost of 0.99%</a:t>
            </a:r>
          </a:p>
          <a:p>
            <a:pPr marL="285750" marR="0" lvl="0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1000"/>
              </a:spcAft>
              <a:buClrTx/>
              <a:buSzPct val="110000"/>
              <a:buFont typeface="Wingdings" pitchFamily="2" charset="2"/>
              <a:buChar char="§"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 panose="020B0504020202020204" pitchFamily="34" charset="0"/>
                <a:cs typeface="Times New Roman" panose="02020603050405020304" pitchFamily="18" charset="0"/>
              </a:rPr>
              <a:t>By contrast, the after-tax cost of Unsecured Senior Notes might be between 3.50% and 4.00%, and such an issuance would likely result in a credit rating downgrade </a:t>
            </a:r>
            <a:r>
              <a:rPr kumimoji="0" lang="en-US" sz="16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 panose="020B0504020202020204" pitchFamily="34" charset="0"/>
                <a:cs typeface="Times New Roman" panose="02020603050405020304" pitchFamily="18" charset="0"/>
              </a:rPr>
              <a:t>for Nautilus</a:t>
            </a:r>
            <a:endParaRPr kumimoji="0" lang="en-US" sz="16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3524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 w="6350">
          <a:solidFill>
            <a:schemeClr val="tx1"/>
          </a:solidFill>
        </a:ln>
      </a:spPr>
      <a:bodyPr rtlCol="0" anchor="ctr"/>
      <a:lstStyle>
        <a:defPPr marL="173038" indent="-173038">
          <a:buFont typeface="Wingdings" panose="05000000000000000000" pitchFamily="2" charset="2"/>
          <a:buChar char="§"/>
          <a:defRPr sz="1200" dirty="0" smtClean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8FDE78237E5BD43BF0CE567A8265D11" ma:contentTypeVersion="11" ma:contentTypeDescription="Create a new document." ma:contentTypeScope="" ma:versionID="5567f670ed4d1c84974d99644a3ea51e">
  <xsd:schema xmlns:xsd="http://www.w3.org/2001/XMLSchema" xmlns:xs="http://www.w3.org/2001/XMLSchema" xmlns:p="http://schemas.microsoft.com/office/2006/metadata/properties" xmlns:ns2="37c390ba-ccc1-4a97-8ed5-e6130fdb8bb2" xmlns:ns3="6474e229-2bef-48fc-98c6-dfaf0db62f0f" targetNamespace="http://schemas.microsoft.com/office/2006/metadata/properties" ma:root="true" ma:fieldsID="2dc838be0319862c61f2214a1cfe9000" ns2:_="" ns3:_="">
    <xsd:import namespace="37c390ba-ccc1-4a97-8ed5-e6130fdb8bb2"/>
    <xsd:import namespace="6474e229-2bef-48fc-98c6-dfaf0db62f0f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c390ba-ccc1-4a97-8ed5-e6130fdb8bb2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74661dae-d6df-48fc-a54e-a577d2899e9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74e229-2bef-48fc-98c6-dfaf0db62f0f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a1dd08a0-46ed-48f9-87fa-ffc2a8469090}" ma:internalName="TaxCatchAll" ma:showField="CatchAllData" ma:web="6474e229-2bef-48fc-98c6-dfaf0db62f0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7c390ba-ccc1-4a97-8ed5-e6130fdb8bb2">
      <Terms xmlns="http://schemas.microsoft.com/office/infopath/2007/PartnerControls"/>
    </lcf76f155ced4ddcb4097134ff3c332f>
    <TaxCatchAll xmlns="6474e229-2bef-48fc-98c6-dfaf0db62f0f" xsi:nil="true"/>
  </documentManagement>
</p:properties>
</file>

<file path=customXml/itemProps1.xml><?xml version="1.0" encoding="utf-8"?>
<ds:datastoreItem xmlns:ds="http://schemas.openxmlformats.org/officeDocument/2006/customXml" ds:itemID="{A2FA6817-C9EF-44C6-9944-0F5C4918AADF}">
  <ds:schemaRefs>
    <ds:schemaRef ds:uri="37c390ba-ccc1-4a97-8ed5-e6130fdb8bb2"/>
    <ds:schemaRef ds:uri="6474e229-2bef-48fc-98c6-dfaf0db62f0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10F4800-EAFB-4D4A-B1AA-06D5FA2F53A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808BBF2-7D54-4A35-A458-079806C853E9}">
  <ds:schemaRefs>
    <ds:schemaRef ds:uri="http://purl.org/dc/terms/"/>
    <ds:schemaRef ds:uri="http://purl.org/dc/dcmitype/"/>
    <ds:schemaRef ds:uri="http://schemas.microsoft.com/office/2006/documentManagement/types"/>
    <ds:schemaRef ds:uri="37c390ba-ccc1-4a97-8ed5-e6130fdb8bb2"/>
    <ds:schemaRef ds:uri="http://purl.org/dc/elements/1.1/"/>
    <ds:schemaRef ds:uri="6474e229-2bef-48fc-98c6-dfaf0db62f0f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135</Words>
  <Application>Microsoft Macintosh PowerPoint</Application>
  <PresentationFormat>On-screen Show (4:3)</PresentationFormat>
  <Paragraphs>9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Avenir Next LT Pro</vt:lpstr>
      <vt:lpstr>Calibri</vt:lpstr>
      <vt:lpstr>Times New Roman</vt:lpstr>
      <vt:lpstr>Wingdings</vt:lpstr>
      <vt:lpstr>Office Theme</vt:lpstr>
      <vt:lpstr>PowerPoint Presentation</vt:lpstr>
      <vt:lpstr>Executive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Nautilus</dc:title>
  <dc:creator>BIWS</dc:creator>
  <cp:lastModifiedBy>Amann, Guillaume J</cp:lastModifiedBy>
  <cp:revision>1</cp:revision>
  <dcterms:created xsi:type="dcterms:W3CDTF">2010-05-26T09:54:24Z</dcterms:created>
  <dcterms:modified xsi:type="dcterms:W3CDTF">2024-05-27T23:12:54Z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0x01010048FDE78237E5BD43BF0CE567A8265D11</vt:lpwstr>
  </property>
  <property fmtid="{D5CDD505-2E9C-101B-9397-08002B2CF9AE}" pid="3" name="MediaServiceImageTags">
    <vt:lpwstr/>
  </property>
</Properties>
</file>