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Lst>
  <p:notesMasterIdLst>
    <p:notesMasterId r:id="rId19"/>
  </p:notesMasterIdLst>
  <p:handoutMasterIdLst>
    <p:handoutMasterId r:id="rId20"/>
  </p:handoutMasterIdLst>
  <p:sldIdLst>
    <p:sldId id="401" r:id="rId5"/>
    <p:sldId id="404" r:id="rId6"/>
    <p:sldId id="405" r:id="rId7"/>
    <p:sldId id="371" r:id="rId8"/>
    <p:sldId id="377" r:id="rId9"/>
    <p:sldId id="380" r:id="rId10"/>
    <p:sldId id="385" r:id="rId11"/>
    <p:sldId id="387" r:id="rId12"/>
    <p:sldId id="391" r:id="rId13"/>
    <p:sldId id="393" r:id="rId14"/>
    <p:sldId id="395" r:id="rId15"/>
    <p:sldId id="396" r:id="rId16"/>
    <p:sldId id="397" r:id="rId17"/>
    <p:sldId id="400" r:id="rId18"/>
  </p:sldIdLst>
  <p:sldSz cx="6858000" cy="9906000" type="A4"/>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789" userDrawn="1">
          <p15:clr>
            <a:srgbClr val="A4A3A4"/>
          </p15:clr>
        </p15:guide>
        <p15:guide id="2" orient="horz" pos="832" userDrawn="1">
          <p15:clr>
            <a:srgbClr val="A4A3A4"/>
          </p15:clr>
        </p15:guide>
        <p15:guide id="4" pos="180" userDrawn="1">
          <p15:clr>
            <a:srgbClr val="A4A3A4"/>
          </p15:clr>
        </p15:guide>
        <p15:guide id="5" pos="4104" userDrawn="1">
          <p15:clr>
            <a:srgbClr val="A4A3A4"/>
          </p15:clr>
        </p15:guide>
        <p15:guide id="6" orient="horz" pos="2635" userDrawn="1">
          <p15:clr>
            <a:srgbClr val="A4A3A4"/>
          </p15:clr>
        </p15:guide>
        <p15:guide id="7" orient="horz" pos="4229" userDrawn="1">
          <p15:clr>
            <a:srgbClr val="A4A3A4"/>
          </p15:clr>
        </p15:guide>
        <p15:guide id="8" orient="horz" pos="1849" userDrawn="1">
          <p15:clr>
            <a:srgbClr val="A4A3A4"/>
          </p15:clr>
        </p15:guide>
        <p15:guide id="9" pos="1224" userDrawn="1">
          <p15:clr>
            <a:srgbClr val="A4A3A4"/>
          </p15:clr>
        </p15:guide>
        <p15:guide id="10" pos="309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WS" initials="B" lastIdx="0" clrIdx="0">
    <p:extLst>
      <p:ext uri="{19B8F6BF-5375-455C-9EA6-DF929625EA0E}">
        <p15:presenceInfo xmlns:p15="http://schemas.microsoft.com/office/powerpoint/2012/main" userId="BIW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C47"/>
    <a:srgbClr val="011893"/>
    <a:srgbClr val="CCD1D7"/>
    <a:srgbClr val="485059"/>
    <a:srgbClr val="5E7C9E"/>
    <a:srgbClr val="A6A6A6"/>
    <a:srgbClr val="113D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66"/>
  </p:normalViewPr>
  <p:slideViewPr>
    <p:cSldViewPr snapToGrid="0">
      <p:cViewPr varScale="1">
        <p:scale>
          <a:sx n="56" d="100"/>
          <a:sy n="56" d="100"/>
        </p:scale>
        <p:origin x="2319" y="42"/>
      </p:cViewPr>
      <p:guideLst>
        <p:guide orient="horz" pos="5789"/>
        <p:guide orient="horz" pos="832"/>
        <p:guide pos="180"/>
        <p:guide pos="4104"/>
        <p:guide orient="horz" pos="2635"/>
        <p:guide orient="horz" pos="4229"/>
        <p:guide orient="horz" pos="1849"/>
        <p:guide pos="1224"/>
        <p:guide pos="3096"/>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Sebastian" userId="c302d82e-2c57-4b16-b4dc-13e5bef371bd" providerId="ADAL" clId="{0CD9A711-999C-4D75-A229-4C2954E93733}"/>
    <pc:docChg chg="undo custSel addSld delSld modSld modMainMaster">
      <pc:chgData name="Stuart, Sebastian" userId="c302d82e-2c57-4b16-b4dc-13e5bef371bd" providerId="ADAL" clId="{0CD9A711-999C-4D75-A229-4C2954E93733}" dt="2024-06-09T14:52:25.610" v="94" actId="47"/>
      <pc:docMkLst>
        <pc:docMk/>
      </pc:docMkLst>
      <pc:sldChg chg="new">
        <pc:chgData name="Stuart, Sebastian" userId="c302d82e-2c57-4b16-b4dc-13e5bef371bd" providerId="ADAL" clId="{0CD9A711-999C-4D75-A229-4C2954E93733}" dt="2024-05-24T00:16:30.455" v="5" actId="680"/>
        <pc:sldMkLst>
          <pc:docMk/>
          <pc:sldMk cId="496718096" sldId="403"/>
        </pc:sldMkLst>
      </pc:sldChg>
      <pc:sldChg chg="modSp new mod">
        <pc:chgData name="Stuart, Sebastian" userId="c302d82e-2c57-4b16-b4dc-13e5bef371bd" providerId="ADAL" clId="{0CD9A711-999C-4D75-A229-4C2954E93733}" dt="2024-05-24T00:21:37.848" v="65" actId="20577"/>
        <pc:sldMkLst>
          <pc:docMk/>
          <pc:sldMk cId="15479699" sldId="404"/>
        </pc:sldMkLst>
        <pc:spChg chg="mod">
          <ac:chgData name="Stuart, Sebastian" userId="c302d82e-2c57-4b16-b4dc-13e5bef371bd" providerId="ADAL" clId="{0CD9A711-999C-4D75-A229-4C2954E93733}" dt="2024-05-24T00:21:37.848" v="65" actId="20577"/>
          <ac:spMkLst>
            <pc:docMk/>
            <pc:sldMk cId="15479699" sldId="404"/>
            <ac:spMk id="2" creationId="{90F97E80-2232-45E9-74B4-58364F39612D}"/>
          </ac:spMkLst>
        </pc:spChg>
      </pc:sldChg>
      <pc:sldChg chg="add del">
        <pc:chgData name="Stuart, Sebastian" userId="c302d82e-2c57-4b16-b4dc-13e5bef371bd" providerId="ADAL" clId="{0CD9A711-999C-4D75-A229-4C2954E93733}" dt="2024-06-09T14:52:25.610" v="94" actId="47"/>
        <pc:sldMkLst>
          <pc:docMk/>
          <pc:sldMk cId="737592765" sldId="406"/>
        </pc:sldMkLst>
      </pc:sldChg>
      <pc:sldMasterChg chg="modSp mod modSldLayout sldLayoutOrd">
        <pc:chgData name="Stuart, Sebastian" userId="c302d82e-2c57-4b16-b4dc-13e5bef371bd" providerId="ADAL" clId="{0CD9A711-999C-4D75-A229-4C2954E93733}" dt="2024-05-24T00:23:06.377" v="92" actId="20577"/>
        <pc:sldMasterMkLst>
          <pc:docMk/>
          <pc:sldMasterMk cId="0" sldId="2147483648"/>
        </pc:sldMasterMkLst>
        <pc:spChg chg="mod">
          <ac:chgData name="Stuart, Sebastian" userId="c302d82e-2c57-4b16-b4dc-13e5bef371bd" providerId="ADAL" clId="{0CD9A711-999C-4D75-A229-4C2954E93733}" dt="2024-05-24T00:23:06.377" v="92" actId="20577"/>
          <ac:spMkLst>
            <pc:docMk/>
            <pc:sldMasterMk cId="0" sldId="2147483648"/>
            <ac:spMk id="2" creationId="{16770EDE-4892-43B3-AEB4-30079FA7051C}"/>
          </ac:spMkLst>
        </pc:spChg>
        <pc:spChg chg="mod">
          <ac:chgData name="Stuart, Sebastian" userId="c302d82e-2c57-4b16-b4dc-13e5bef371bd" providerId="ADAL" clId="{0CD9A711-999C-4D75-A229-4C2954E93733}" dt="2024-05-24T00:21:12.358" v="44" actId="14100"/>
          <ac:spMkLst>
            <pc:docMk/>
            <pc:sldMasterMk cId="0" sldId="2147483648"/>
            <ac:spMk id="5" creationId="{9FBFA35B-8EFE-E873-2A0C-7839C2AE8BB8}"/>
          </ac:spMkLst>
        </pc:spChg>
        <pc:sldLayoutChg chg="addSp delSp modSp mod ord">
          <pc:chgData name="Stuart, Sebastian" userId="c302d82e-2c57-4b16-b4dc-13e5bef371bd" providerId="ADAL" clId="{0CD9A711-999C-4D75-A229-4C2954E93733}" dt="2024-05-24T00:18:45.986" v="43" actId="478"/>
          <pc:sldLayoutMkLst>
            <pc:docMk/>
            <pc:sldMasterMk cId="0" sldId="2147483648"/>
            <pc:sldLayoutMk cId="0" sldId="2147483951"/>
          </pc:sldLayoutMkLst>
          <pc:spChg chg="add del mod">
            <ac:chgData name="Stuart, Sebastian" userId="c302d82e-2c57-4b16-b4dc-13e5bef371bd" providerId="ADAL" clId="{0CD9A711-999C-4D75-A229-4C2954E93733}" dt="2024-05-24T00:18:43.411" v="42" actId="478"/>
            <ac:spMkLst>
              <pc:docMk/>
              <pc:sldMasterMk cId="0" sldId="2147483648"/>
              <pc:sldLayoutMk cId="0" sldId="2147483951"/>
              <ac:spMk id="3" creationId="{013C6486-4E1D-7CC2-C2D8-A7A236AF5928}"/>
            </ac:spMkLst>
          </pc:spChg>
          <pc:spChg chg="ord">
            <ac:chgData name="Stuart, Sebastian" userId="c302d82e-2c57-4b16-b4dc-13e5bef371bd" providerId="ADAL" clId="{0CD9A711-999C-4D75-A229-4C2954E93733}" dt="2024-05-24T00:17:10.283" v="7" actId="166"/>
            <ac:spMkLst>
              <pc:docMk/>
              <pc:sldMasterMk cId="0" sldId="2147483648"/>
              <pc:sldLayoutMk cId="0" sldId="2147483951"/>
              <ac:spMk id="5" creationId="{888EAD27-8709-CDDC-41B6-63A351F3E820}"/>
            </ac:spMkLst>
          </pc:spChg>
          <pc:spChg chg="add del mod">
            <ac:chgData name="Stuart, Sebastian" userId="c302d82e-2c57-4b16-b4dc-13e5bef371bd" providerId="ADAL" clId="{0CD9A711-999C-4D75-A229-4C2954E93733}" dt="2024-05-24T00:18:45.986" v="43" actId="478"/>
            <ac:spMkLst>
              <pc:docMk/>
              <pc:sldMasterMk cId="0" sldId="2147483648"/>
              <pc:sldLayoutMk cId="0" sldId="2147483951"/>
              <ac:spMk id="5" creationId="{BDA686DC-30A1-CE4A-76BF-76B0406C6629}"/>
            </ac:spMkLst>
          </pc:spChg>
          <pc:spChg chg="mod ord">
            <ac:chgData name="Stuart, Sebastian" userId="c302d82e-2c57-4b16-b4dc-13e5bef371bd" providerId="ADAL" clId="{0CD9A711-999C-4D75-A229-4C2954E93733}" dt="2024-05-24T00:17:07.619" v="6" actId="166"/>
            <ac:spMkLst>
              <pc:docMk/>
              <pc:sldMasterMk cId="0" sldId="2147483648"/>
              <pc:sldLayoutMk cId="0" sldId="2147483951"/>
              <ac:spMk id="6" creationId="{FCA84387-59C6-9058-80BF-DF3EF5B2083B}"/>
            </ac:spMkLst>
          </pc:spChg>
        </pc:sldLayoutChg>
        <pc:sldLayoutChg chg="addSp delSp modSp mod">
          <pc:chgData name="Stuart, Sebastian" userId="c302d82e-2c57-4b16-b4dc-13e5bef371bd" providerId="ADAL" clId="{0CD9A711-999C-4D75-A229-4C2954E93733}" dt="2024-05-24T00:21:22.821" v="46"/>
          <pc:sldLayoutMkLst>
            <pc:docMk/>
            <pc:sldMasterMk cId="0" sldId="2147483648"/>
            <pc:sldLayoutMk cId="0" sldId="2147483952"/>
          </pc:sldLayoutMkLst>
          <pc:spChg chg="del">
            <ac:chgData name="Stuart, Sebastian" userId="c302d82e-2c57-4b16-b4dc-13e5bef371bd" providerId="ADAL" clId="{0CD9A711-999C-4D75-A229-4C2954E93733}" dt="2024-05-24T00:16:12.269" v="3" actId="478"/>
            <ac:spMkLst>
              <pc:docMk/>
              <pc:sldMasterMk cId="0" sldId="2147483648"/>
              <pc:sldLayoutMk cId="0" sldId="2147483952"/>
              <ac:spMk id="3" creationId="{B9E30A94-69EA-B0AF-155A-F7E5EDAFEB47}"/>
            </ac:spMkLst>
          </pc:spChg>
          <pc:spChg chg="del">
            <ac:chgData name="Stuart, Sebastian" userId="c302d82e-2c57-4b16-b4dc-13e5bef371bd" providerId="ADAL" clId="{0CD9A711-999C-4D75-A229-4C2954E93733}" dt="2024-05-24T00:16:10.437" v="2" actId="478"/>
            <ac:spMkLst>
              <pc:docMk/>
              <pc:sldMasterMk cId="0" sldId="2147483648"/>
              <pc:sldLayoutMk cId="0" sldId="2147483952"/>
              <ac:spMk id="4" creationId="{F0CBF763-5052-1E14-D682-E835E3CBE1D1}"/>
            </ac:spMkLst>
          </pc:spChg>
          <pc:spChg chg="add mod">
            <ac:chgData name="Stuart, Sebastian" userId="c302d82e-2c57-4b16-b4dc-13e5bef371bd" providerId="ADAL" clId="{0CD9A711-999C-4D75-A229-4C2954E93733}" dt="2024-05-24T00:21:18.479" v="45"/>
            <ac:spMkLst>
              <pc:docMk/>
              <pc:sldMasterMk cId="0" sldId="2147483648"/>
              <pc:sldLayoutMk cId="0" sldId="2147483952"/>
              <ac:spMk id="8" creationId="{98B0A8A0-C44E-472F-DA72-3E6791C4386E}"/>
            </ac:spMkLst>
          </pc:spChg>
          <pc:spChg chg="add mod">
            <ac:chgData name="Stuart, Sebastian" userId="c302d82e-2c57-4b16-b4dc-13e5bef371bd" providerId="ADAL" clId="{0CD9A711-999C-4D75-A229-4C2954E93733}" dt="2024-05-24T00:21:22.821" v="46"/>
            <ac:spMkLst>
              <pc:docMk/>
              <pc:sldMasterMk cId="0" sldId="2147483648"/>
              <pc:sldLayoutMk cId="0" sldId="2147483952"/>
              <ac:spMk id="9" creationId="{42633928-840C-69A2-7065-13B7EBB9E026}"/>
            </ac:spMkLst>
          </pc:spChg>
        </pc:sldLayoutChg>
      </pc:sldMasterChg>
    </pc:docChg>
  </pc:docChgLst>
  <pc:docChgLst>
    <pc:chgData name="Amann, Guillaume J" userId="5c8697d1-60e8-4cfe-afe6-e8ad16fdab20" providerId="ADAL" clId="{993EF238-EB62-994B-B1B7-1A19E5CA8729}"/>
    <pc:docChg chg="undo custSel addSld delSld modSld sldOrd addMainMaster delMainMaster modMainMaster modNotesMaster">
      <pc:chgData name="Amann, Guillaume J" userId="5c8697d1-60e8-4cfe-afe6-e8ad16fdab20" providerId="ADAL" clId="{993EF238-EB62-994B-B1B7-1A19E5CA8729}" dt="2024-05-27T13:31:02.837" v="2862" actId="34135"/>
      <pc:docMkLst>
        <pc:docMk/>
      </pc:docMkLst>
      <pc:sldChg chg="addSp delSp modSp del mod modNotes">
        <pc:chgData name="Amann, Guillaume J" userId="5c8697d1-60e8-4cfe-afe6-e8ad16fdab20" providerId="ADAL" clId="{993EF238-EB62-994B-B1B7-1A19E5CA8729}" dt="2024-05-24T00:12:21.865" v="230" actId="2696"/>
        <pc:sldMkLst>
          <pc:docMk/>
          <pc:sldMk cId="0" sldId="257"/>
        </pc:sldMkLst>
        <pc:spChg chg="add del mod">
          <ac:chgData name="Amann, Guillaume J" userId="5c8697d1-60e8-4cfe-afe6-e8ad16fdab20" providerId="ADAL" clId="{993EF238-EB62-994B-B1B7-1A19E5CA8729}" dt="2024-05-24T00:12:17.726" v="229" actId="478"/>
          <ac:spMkLst>
            <pc:docMk/>
            <pc:sldMk cId="0" sldId="257"/>
            <ac:spMk id="2" creationId="{2ADF3FD0-2A11-AC22-DEFB-3424366AFBA3}"/>
          </ac:spMkLst>
        </pc:spChg>
        <pc:spChg chg="del mod">
          <ac:chgData name="Amann, Guillaume J" userId="5c8697d1-60e8-4cfe-afe6-e8ad16fdab20" providerId="ADAL" clId="{993EF238-EB62-994B-B1B7-1A19E5CA8729}" dt="2024-05-23T23:56:31.129" v="102" actId="478"/>
          <ac:spMkLst>
            <pc:docMk/>
            <pc:sldMk cId="0" sldId="257"/>
            <ac:spMk id="5" creationId="{00000000-0000-0000-0000-000000000000}"/>
          </ac:spMkLst>
        </pc:spChg>
        <pc:spChg chg="del mod">
          <ac:chgData name="Amann, Guillaume J" userId="5c8697d1-60e8-4cfe-afe6-e8ad16fdab20" providerId="ADAL" clId="{993EF238-EB62-994B-B1B7-1A19E5CA8729}" dt="2024-05-23T23:56:33.323" v="103" actId="478"/>
          <ac:spMkLst>
            <pc:docMk/>
            <pc:sldMk cId="0" sldId="257"/>
            <ac:spMk id="6" creationId="{00000000-0000-0000-0000-000000000000}"/>
          </ac:spMkLst>
        </pc:spChg>
      </pc:sldChg>
      <pc:sldChg chg="delSp modSp del mod ord modNotes">
        <pc:chgData name="Amann, Guillaume J" userId="5c8697d1-60e8-4cfe-afe6-e8ad16fdab20" providerId="ADAL" clId="{993EF238-EB62-994B-B1B7-1A19E5CA8729}" dt="2024-05-24T08:40:25.403" v="1672" actId="2696"/>
        <pc:sldMkLst>
          <pc:docMk/>
          <pc:sldMk cId="572534859" sldId="302"/>
        </pc:sldMkLst>
        <pc:spChg chg="del">
          <ac:chgData name="Amann, Guillaume J" userId="5c8697d1-60e8-4cfe-afe6-e8ad16fdab20" providerId="ADAL" clId="{993EF238-EB62-994B-B1B7-1A19E5CA8729}" dt="2024-05-24T08:10:10.870" v="351"/>
          <ac:spMkLst>
            <pc:docMk/>
            <pc:sldMk cId="572534859" sldId="302"/>
            <ac:spMk id="4" creationId="{00000000-0000-0000-0000-000000000000}"/>
          </ac:spMkLst>
        </pc:spChg>
        <pc:spChg chg="del mod">
          <ac:chgData name="Amann, Guillaume J" userId="5c8697d1-60e8-4cfe-afe6-e8ad16fdab20" providerId="ADAL" clId="{993EF238-EB62-994B-B1B7-1A19E5CA8729}" dt="2024-05-24T08:40:07.477" v="1669" actId="478"/>
          <ac:spMkLst>
            <pc:docMk/>
            <pc:sldMk cId="572534859" sldId="302"/>
            <ac:spMk id="13314" creationId="{00000000-0000-0000-0000-000000000000}"/>
          </ac:spMkLst>
        </pc:spChg>
        <pc:spChg chg="del mod">
          <ac:chgData name="Amann, Guillaume J" userId="5c8697d1-60e8-4cfe-afe6-e8ad16fdab20" providerId="ADAL" clId="{993EF238-EB62-994B-B1B7-1A19E5CA8729}" dt="2024-05-24T08:40:02.678" v="1668" actId="478"/>
          <ac:spMkLst>
            <pc:docMk/>
            <pc:sldMk cId="572534859" sldId="302"/>
            <ac:spMk id="13315" creationId="{00000000-0000-0000-0000-000000000000}"/>
          </ac:spMkLst>
        </pc:spChg>
      </pc:sldChg>
      <pc:sldChg chg="addSp delSp modSp del mod modClrScheme chgLayout modNotes">
        <pc:chgData name="Amann, Guillaume J" userId="5c8697d1-60e8-4cfe-afe6-e8ad16fdab20" providerId="ADAL" clId="{993EF238-EB62-994B-B1B7-1A19E5CA8729}" dt="2024-05-24T18:15:46.770" v="2394" actId="2696"/>
        <pc:sldMkLst>
          <pc:docMk/>
          <pc:sldMk cId="567083183" sldId="349"/>
        </pc:sldMkLst>
        <pc:spChg chg="add del mod ord">
          <ac:chgData name="Amann, Guillaume J" userId="5c8697d1-60e8-4cfe-afe6-e8ad16fdab20" providerId="ADAL" clId="{993EF238-EB62-994B-B1B7-1A19E5CA8729}" dt="2024-05-24T18:15:11.035" v="2387" actId="478"/>
          <ac:spMkLst>
            <pc:docMk/>
            <pc:sldMk cId="567083183" sldId="349"/>
            <ac:spMk id="2" creationId="{779FEB28-5670-9C25-D42A-3DB286ED750F}"/>
          </ac:spMkLst>
        </pc:spChg>
        <pc:spChg chg="add del mod">
          <ac:chgData name="Amann, Guillaume J" userId="5c8697d1-60e8-4cfe-afe6-e8ad16fdab20" providerId="ADAL" clId="{993EF238-EB62-994B-B1B7-1A19E5CA8729}" dt="2024-05-24T18:13:41.062" v="2381" actId="6264"/>
          <ac:spMkLst>
            <pc:docMk/>
            <pc:sldMk cId="567083183" sldId="349"/>
            <ac:spMk id="3" creationId="{B3B2C865-FE14-090C-4431-15D26E857A44}"/>
          </ac:spMkLst>
        </pc:spChg>
        <pc:spChg chg="add del mod">
          <ac:chgData name="Amann, Guillaume J" userId="5c8697d1-60e8-4cfe-afe6-e8ad16fdab20" providerId="ADAL" clId="{993EF238-EB62-994B-B1B7-1A19E5CA8729}" dt="2024-05-24T12:09:41.016" v="2144" actId="6264"/>
          <ac:spMkLst>
            <pc:docMk/>
            <pc:sldMk cId="567083183" sldId="349"/>
            <ac:spMk id="3" creationId="{FA547E11-D3C8-E53A-0307-9C1E127AB8BC}"/>
          </ac:spMkLst>
        </pc:spChg>
        <pc:spChg chg="del">
          <ac:chgData name="Amann, Guillaume J" userId="5c8697d1-60e8-4cfe-afe6-e8ad16fdab20" providerId="ADAL" clId="{993EF238-EB62-994B-B1B7-1A19E5CA8729}" dt="2024-05-24T08:10:10.870" v="351"/>
          <ac:spMkLst>
            <pc:docMk/>
            <pc:sldMk cId="567083183" sldId="349"/>
            <ac:spMk id="4" creationId="{00000000-0000-0000-0000-000000000000}"/>
          </ac:spMkLst>
        </pc:spChg>
        <pc:spChg chg="add del mod">
          <ac:chgData name="Amann, Guillaume J" userId="5c8697d1-60e8-4cfe-afe6-e8ad16fdab20" providerId="ADAL" clId="{993EF238-EB62-994B-B1B7-1A19E5CA8729}" dt="2024-05-24T18:13:41.062" v="2381" actId="6264"/>
          <ac:spMkLst>
            <pc:docMk/>
            <pc:sldMk cId="567083183" sldId="349"/>
            <ac:spMk id="4" creationId="{57F76ED2-A0A7-325D-FCCC-A0EE99FD880D}"/>
          </ac:spMkLst>
        </pc:spChg>
        <pc:spChg chg="mod">
          <ac:chgData name="Amann, Guillaume J" userId="5c8697d1-60e8-4cfe-afe6-e8ad16fdab20" providerId="ADAL" clId="{993EF238-EB62-994B-B1B7-1A19E5CA8729}" dt="2024-05-24T12:17:05.642" v="2216"/>
          <ac:spMkLst>
            <pc:docMk/>
            <pc:sldMk cId="567083183" sldId="349"/>
            <ac:spMk id="7" creationId="{B2311A3C-8D20-1C77-9100-D1C6F8A3B0C9}"/>
          </ac:spMkLst>
        </pc:spChg>
        <pc:spChg chg="mod">
          <ac:chgData name="Amann, Guillaume J" userId="5c8697d1-60e8-4cfe-afe6-e8ad16fdab20" providerId="ADAL" clId="{993EF238-EB62-994B-B1B7-1A19E5CA8729}" dt="2024-05-24T12:17:05.642" v="2216"/>
          <ac:spMkLst>
            <pc:docMk/>
            <pc:sldMk cId="567083183" sldId="349"/>
            <ac:spMk id="8" creationId="{FB4954AE-9840-0D9D-6F99-CCDD09B6FE33}"/>
          </ac:spMkLst>
        </pc:spChg>
        <pc:spChg chg="mod">
          <ac:chgData name="Amann, Guillaume J" userId="5c8697d1-60e8-4cfe-afe6-e8ad16fdab20" providerId="ADAL" clId="{993EF238-EB62-994B-B1B7-1A19E5CA8729}" dt="2024-05-24T12:17:05.642" v="2216"/>
          <ac:spMkLst>
            <pc:docMk/>
            <pc:sldMk cId="567083183" sldId="349"/>
            <ac:spMk id="12" creationId="{E94F530B-B8E3-D177-71A5-30543B03996E}"/>
          </ac:spMkLst>
        </pc:spChg>
        <pc:spChg chg="mod">
          <ac:chgData name="Amann, Guillaume J" userId="5c8697d1-60e8-4cfe-afe6-e8ad16fdab20" providerId="ADAL" clId="{993EF238-EB62-994B-B1B7-1A19E5CA8729}" dt="2024-05-24T12:17:05.642" v="2216"/>
          <ac:spMkLst>
            <pc:docMk/>
            <pc:sldMk cId="567083183" sldId="349"/>
            <ac:spMk id="13" creationId="{A911BF6B-C10B-4020-2DC3-E91FEB6B3FA6}"/>
          </ac:spMkLst>
        </pc:spChg>
        <pc:spChg chg="add del">
          <ac:chgData name="Amann, Guillaume J" userId="5c8697d1-60e8-4cfe-afe6-e8ad16fdab20" providerId="ADAL" clId="{993EF238-EB62-994B-B1B7-1A19E5CA8729}" dt="2024-05-24T12:20:03.310" v="2282" actId="22"/>
          <ac:spMkLst>
            <pc:docMk/>
            <pc:sldMk cId="567083183" sldId="349"/>
            <ac:spMk id="15" creationId="{303AF6F3-DD82-6A68-9F76-0031DA8EAB05}"/>
          </ac:spMkLst>
        </pc:spChg>
        <pc:spChg chg="add del mod">
          <ac:chgData name="Amann, Guillaume J" userId="5c8697d1-60e8-4cfe-afe6-e8ad16fdab20" providerId="ADAL" clId="{993EF238-EB62-994B-B1B7-1A19E5CA8729}" dt="2024-05-24T12:20:33.171" v="2288" actId="478"/>
          <ac:spMkLst>
            <pc:docMk/>
            <pc:sldMk cId="567083183" sldId="349"/>
            <ac:spMk id="16" creationId="{9F85513E-63DA-5A0A-329F-42D75E5758F2}"/>
          </ac:spMkLst>
        </pc:spChg>
        <pc:spChg chg="add del mod">
          <ac:chgData name="Amann, Guillaume J" userId="5c8697d1-60e8-4cfe-afe6-e8ad16fdab20" providerId="ADAL" clId="{993EF238-EB62-994B-B1B7-1A19E5CA8729}" dt="2024-05-24T12:21:32.667" v="2302" actId="6264"/>
          <ac:spMkLst>
            <pc:docMk/>
            <pc:sldMk cId="567083183" sldId="349"/>
            <ac:spMk id="17" creationId="{317364E6-7FB7-C503-73D6-764F6397D291}"/>
          </ac:spMkLst>
        </pc:spChg>
        <pc:spChg chg="add del mod">
          <ac:chgData name="Amann, Guillaume J" userId="5c8697d1-60e8-4cfe-afe6-e8ad16fdab20" providerId="ADAL" clId="{993EF238-EB62-994B-B1B7-1A19E5CA8729}" dt="2024-05-24T12:21:32.667" v="2302" actId="6264"/>
          <ac:spMkLst>
            <pc:docMk/>
            <pc:sldMk cId="567083183" sldId="349"/>
            <ac:spMk id="18" creationId="{8D512C4E-4550-6129-DD07-FDB90AA30945}"/>
          </ac:spMkLst>
        </pc:spChg>
        <pc:spChg chg="del mod ord">
          <ac:chgData name="Amann, Guillaume J" userId="5c8697d1-60e8-4cfe-afe6-e8ad16fdab20" providerId="ADAL" clId="{993EF238-EB62-994B-B1B7-1A19E5CA8729}" dt="2024-05-24T12:09:49.641" v="2146" actId="478"/>
          <ac:spMkLst>
            <pc:docMk/>
            <pc:sldMk cId="567083183" sldId="349"/>
            <ac:spMk id="13314" creationId="{00000000-0000-0000-0000-000000000000}"/>
          </ac:spMkLst>
        </pc:spChg>
        <pc:spChg chg="mod ord">
          <ac:chgData name="Amann, Guillaume J" userId="5c8697d1-60e8-4cfe-afe6-e8ad16fdab20" providerId="ADAL" clId="{993EF238-EB62-994B-B1B7-1A19E5CA8729}" dt="2024-05-24T18:15:22.562" v="2389" actId="20577"/>
          <ac:spMkLst>
            <pc:docMk/>
            <pc:sldMk cId="567083183" sldId="349"/>
            <ac:spMk id="13315" creationId="{00000000-0000-0000-0000-000000000000}"/>
          </ac:spMkLst>
        </pc:spChg>
        <pc:grpChg chg="add del mod">
          <ac:chgData name="Amann, Guillaume J" userId="5c8697d1-60e8-4cfe-afe6-e8ad16fdab20" providerId="ADAL" clId="{993EF238-EB62-994B-B1B7-1A19E5CA8729}" dt="2024-05-24T18:15:43.895" v="2392" actId="21"/>
          <ac:grpSpMkLst>
            <pc:docMk/>
            <pc:sldMk cId="567083183" sldId="349"/>
            <ac:grpSpMk id="5" creationId="{4D8A9430-4E1B-DAA9-6A56-12DD65C6BEC4}"/>
          </ac:grpSpMkLst>
        </pc:grpChg>
        <pc:picChg chg="mod">
          <ac:chgData name="Amann, Guillaume J" userId="5c8697d1-60e8-4cfe-afe6-e8ad16fdab20" providerId="ADAL" clId="{993EF238-EB62-994B-B1B7-1A19E5CA8729}" dt="2024-05-24T12:17:05.642" v="2216"/>
          <ac:picMkLst>
            <pc:docMk/>
            <pc:sldMk cId="567083183" sldId="349"/>
            <ac:picMk id="6" creationId="{0D8EA98F-D6FF-1EE1-438A-1EFBEA22D4BC}"/>
          </ac:picMkLst>
        </pc:picChg>
        <pc:picChg chg="mod">
          <ac:chgData name="Amann, Guillaume J" userId="5c8697d1-60e8-4cfe-afe6-e8ad16fdab20" providerId="ADAL" clId="{993EF238-EB62-994B-B1B7-1A19E5CA8729}" dt="2024-05-24T12:17:05.642" v="2216"/>
          <ac:picMkLst>
            <pc:docMk/>
            <pc:sldMk cId="567083183" sldId="349"/>
            <ac:picMk id="9" creationId="{D52C53F8-25C5-C09E-F7B5-BF85083AACBF}"/>
          </ac:picMkLst>
        </pc:picChg>
        <pc:picChg chg="mod">
          <ac:chgData name="Amann, Guillaume J" userId="5c8697d1-60e8-4cfe-afe6-e8ad16fdab20" providerId="ADAL" clId="{993EF238-EB62-994B-B1B7-1A19E5CA8729}" dt="2024-05-24T12:17:05.642" v="2216"/>
          <ac:picMkLst>
            <pc:docMk/>
            <pc:sldMk cId="567083183" sldId="349"/>
            <ac:picMk id="10" creationId="{C165983E-E648-4040-B211-257B05D0B1F1}"/>
          </ac:picMkLst>
        </pc:picChg>
        <pc:picChg chg="mod">
          <ac:chgData name="Amann, Guillaume J" userId="5c8697d1-60e8-4cfe-afe6-e8ad16fdab20" providerId="ADAL" clId="{993EF238-EB62-994B-B1B7-1A19E5CA8729}" dt="2024-05-24T12:17:05.642" v="2216"/>
          <ac:picMkLst>
            <pc:docMk/>
            <pc:sldMk cId="567083183" sldId="349"/>
            <ac:picMk id="11" creationId="{8BDA61C3-E42C-5C69-9CB4-7F64B202A08B}"/>
          </ac:picMkLst>
        </pc:picChg>
      </pc:sldChg>
      <pc:sldChg chg="addSp delSp modSp del mod modClrScheme chgLayout modNotes">
        <pc:chgData name="Amann, Guillaume J" userId="5c8697d1-60e8-4cfe-afe6-e8ad16fdab20" providerId="ADAL" clId="{993EF238-EB62-994B-B1B7-1A19E5CA8729}" dt="2024-05-24T12:21:16.004" v="2301" actId="2696"/>
        <pc:sldMkLst>
          <pc:docMk/>
          <pc:sldMk cId="2914474052" sldId="367"/>
        </pc:sldMkLst>
        <pc:spChg chg="del mod">
          <ac:chgData name="Amann, Guillaume J" userId="5c8697d1-60e8-4cfe-afe6-e8ad16fdab20" providerId="ADAL" clId="{993EF238-EB62-994B-B1B7-1A19E5CA8729}" dt="2024-05-24T08:10:10.870" v="351"/>
          <ac:spMkLst>
            <pc:docMk/>
            <pc:sldMk cId="2914474052" sldId="367"/>
            <ac:spMk id="4" creationId="{00000000-0000-0000-0000-000000000000}"/>
          </ac:spMkLst>
        </pc:spChg>
        <pc:spChg chg="add mod ord">
          <ac:chgData name="Amann, Guillaume J" userId="5c8697d1-60e8-4cfe-afe6-e8ad16fdab20" providerId="ADAL" clId="{993EF238-EB62-994B-B1B7-1A19E5CA8729}" dt="2024-05-24T12:09:58.627" v="2147" actId="700"/>
          <ac:spMkLst>
            <pc:docMk/>
            <pc:sldMk cId="2914474052" sldId="367"/>
            <ac:spMk id="5" creationId="{2B2F1D43-536B-718D-818B-CF3BBB97C872}"/>
          </ac:spMkLst>
        </pc:spChg>
        <pc:spChg chg="mod">
          <ac:chgData name="Amann, Guillaume J" userId="5c8697d1-60e8-4cfe-afe6-e8ad16fdab20" providerId="ADAL" clId="{993EF238-EB62-994B-B1B7-1A19E5CA8729}" dt="2024-05-24T12:10:29.262" v="2156" actId="164"/>
          <ac:spMkLst>
            <pc:docMk/>
            <pc:sldMk cId="2914474052" sldId="367"/>
            <ac:spMk id="8" creationId="{00000000-0000-0000-0000-000000000000}"/>
          </ac:spMkLst>
        </pc:spChg>
        <pc:spChg chg="mod">
          <ac:chgData name="Amann, Guillaume J" userId="5c8697d1-60e8-4cfe-afe6-e8ad16fdab20" providerId="ADAL" clId="{993EF238-EB62-994B-B1B7-1A19E5CA8729}" dt="2024-05-24T12:10:29.262" v="2156" actId="164"/>
          <ac:spMkLst>
            <pc:docMk/>
            <pc:sldMk cId="2914474052" sldId="367"/>
            <ac:spMk id="9" creationId="{00000000-0000-0000-0000-000000000000}"/>
          </ac:spMkLst>
        </pc:spChg>
        <pc:spChg chg="del mod">
          <ac:chgData name="Amann, Guillaume J" userId="5c8697d1-60e8-4cfe-afe6-e8ad16fdab20" providerId="ADAL" clId="{993EF238-EB62-994B-B1B7-1A19E5CA8729}" dt="2024-05-24T12:10:40.143" v="2161" actId="478"/>
          <ac:spMkLst>
            <pc:docMk/>
            <pc:sldMk cId="2914474052" sldId="367"/>
            <ac:spMk id="11" creationId="{00000000-0000-0000-0000-000000000000}"/>
          </ac:spMkLst>
        </pc:spChg>
        <pc:spChg chg="mod">
          <ac:chgData name="Amann, Guillaume J" userId="5c8697d1-60e8-4cfe-afe6-e8ad16fdab20" providerId="ADAL" clId="{993EF238-EB62-994B-B1B7-1A19E5CA8729}" dt="2024-05-24T12:10:29.262" v="2156" actId="164"/>
          <ac:spMkLst>
            <pc:docMk/>
            <pc:sldMk cId="2914474052" sldId="367"/>
            <ac:spMk id="13" creationId="{00000000-0000-0000-0000-000000000000}"/>
          </ac:spMkLst>
        </pc:spChg>
        <pc:spChg chg="mod">
          <ac:chgData name="Amann, Guillaume J" userId="5c8697d1-60e8-4cfe-afe6-e8ad16fdab20" providerId="ADAL" clId="{993EF238-EB62-994B-B1B7-1A19E5CA8729}" dt="2024-05-24T12:10:29.262" v="2156" actId="164"/>
          <ac:spMkLst>
            <pc:docMk/>
            <pc:sldMk cId="2914474052" sldId="367"/>
            <ac:spMk id="14" creationId="{00000000-0000-0000-0000-000000000000}"/>
          </ac:spMkLst>
        </pc:spChg>
        <pc:spChg chg="del mod">
          <ac:chgData name="Amann, Guillaume J" userId="5c8697d1-60e8-4cfe-afe6-e8ad16fdab20" providerId="ADAL" clId="{993EF238-EB62-994B-B1B7-1A19E5CA8729}" dt="2024-05-24T12:10:38.696" v="2160" actId="478"/>
          <ac:spMkLst>
            <pc:docMk/>
            <pc:sldMk cId="2914474052" sldId="367"/>
            <ac:spMk id="16" creationId="{00000000-0000-0000-0000-000000000000}"/>
          </ac:spMkLst>
        </pc:spChg>
        <pc:spChg chg="del mod">
          <ac:chgData name="Amann, Guillaume J" userId="5c8697d1-60e8-4cfe-afe6-e8ad16fdab20" providerId="ADAL" clId="{993EF238-EB62-994B-B1B7-1A19E5CA8729}" dt="2024-05-24T12:10:37.044" v="2159" actId="478"/>
          <ac:spMkLst>
            <pc:docMk/>
            <pc:sldMk cId="2914474052" sldId="367"/>
            <ac:spMk id="17" creationId="{00000000-0000-0000-0000-000000000000}"/>
          </ac:spMkLst>
        </pc:spChg>
        <pc:spChg chg="del mod">
          <ac:chgData name="Amann, Guillaume J" userId="5c8697d1-60e8-4cfe-afe6-e8ad16fdab20" providerId="ADAL" clId="{993EF238-EB62-994B-B1B7-1A19E5CA8729}" dt="2024-05-24T12:10:15.509" v="2152" actId="478"/>
          <ac:spMkLst>
            <pc:docMk/>
            <pc:sldMk cId="2914474052" sldId="367"/>
            <ac:spMk id="18" creationId="{00000000-0000-0000-0000-000000000000}"/>
          </ac:spMkLst>
        </pc:spChg>
        <pc:spChg chg="del mod ord">
          <ac:chgData name="Amann, Guillaume J" userId="5c8697d1-60e8-4cfe-afe6-e8ad16fdab20" providerId="ADAL" clId="{993EF238-EB62-994B-B1B7-1A19E5CA8729}" dt="2024-05-24T12:10:13.959" v="2151" actId="478"/>
          <ac:spMkLst>
            <pc:docMk/>
            <pc:sldMk cId="2914474052" sldId="367"/>
            <ac:spMk id="13314" creationId="{00000000-0000-0000-0000-000000000000}"/>
          </ac:spMkLst>
        </pc:spChg>
        <pc:spChg chg="mod ord">
          <ac:chgData name="Amann, Guillaume J" userId="5c8697d1-60e8-4cfe-afe6-e8ad16fdab20" providerId="ADAL" clId="{993EF238-EB62-994B-B1B7-1A19E5CA8729}" dt="2024-05-24T12:17:16.008" v="2218" actId="21"/>
          <ac:spMkLst>
            <pc:docMk/>
            <pc:sldMk cId="2914474052" sldId="367"/>
            <ac:spMk id="13315" creationId="{00000000-0000-0000-0000-000000000000}"/>
          </ac:spMkLst>
        </pc:spChg>
        <pc:grpChg chg="add del mod">
          <ac:chgData name="Amann, Guillaume J" userId="5c8697d1-60e8-4cfe-afe6-e8ad16fdab20" providerId="ADAL" clId="{993EF238-EB62-994B-B1B7-1A19E5CA8729}" dt="2024-05-24T12:17:03.263" v="2215" actId="21"/>
          <ac:grpSpMkLst>
            <pc:docMk/>
            <pc:sldMk cId="2914474052" sldId="367"/>
            <ac:grpSpMk id="6" creationId="{463B0234-21D1-CD1F-E9DD-6EEC27060D95}"/>
          </ac:grpSpMkLst>
        </pc:grpChg>
        <pc:picChg chg="mod">
          <ac:chgData name="Amann, Guillaume J" userId="5c8697d1-60e8-4cfe-afe6-e8ad16fdab20" providerId="ADAL" clId="{993EF238-EB62-994B-B1B7-1A19E5CA8729}" dt="2024-05-24T12:10:29.262" v="2156" actId="164"/>
          <ac:picMkLst>
            <pc:docMk/>
            <pc:sldMk cId="2914474052" sldId="367"/>
            <ac:picMk id="2" creationId="{00000000-0000-0000-0000-000000000000}"/>
          </ac:picMkLst>
        </pc:picChg>
        <pc:picChg chg="mod">
          <ac:chgData name="Amann, Guillaume J" userId="5c8697d1-60e8-4cfe-afe6-e8ad16fdab20" providerId="ADAL" clId="{993EF238-EB62-994B-B1B7-1A19E5CA8729}" dt="2024-05-24T12:10:29.262" v="2156" actId="164"/>
          <ac:picMkLst>
            <pc:docMk/>
            <pc:sldMk cId="2914474052" sldId="367"/>
            <ac:picMk id="3" creationId="{00000000-0000-0000-0000-000000000000}"/>
          </ac:picMkLst>
        </pc:picChg>
        <pc:picChg chg="mod">
          <ac:chgData name="Amann, Guillaume J" userId="5c8697d1-60e8-4cfe-afe6-e8ad16fdab20" providerId="ADAL" clId="{993EF238-EB62-994B-B1B7-1A19E5CA8729}" dt="2024-05-24T12:10:29.262" v="2156" actId="164"/>
          <ac:picMkLst>
            <pc:docMk/>
            <pc:sldMk cId="2914474052" sldId="367"/>
            <ac:picMk id="7" creationId="{00000000-0000-0000-0000-000000000000}"/>
          </ac:picMkLst>
        </pc:picChg>
        <pc:picChg chg="mod">
          <ac:chgData name="Amann, Guillaume J" userId="5c8697d1-60e8-4cfe-afe6-e8ad16fdab20" providerId="ADAL" clId="{993EF238-EB62-994B-B1B7-1A19E5CA8729}" dt="2024-05-24T12:10:29.262" v="2156" actId="164"/>
          <ac:picMkLst>
            <pc:docMk/>
            <pc:sldMk cId="2914474052" sldId="367"/>
            <ac:picMk id="10" creationId="{00000000-0000-0000-0000-000000000000}"/>
          </ac:picMkLst>
        </pc:picChg>
      </pc:sldChg>
      <pc:sldChg chg="addSp delSp modSp mod modClrScheme chgLayout modNotes">
        <pc:chgData name="Amann, Guillaume J" userId="5c8697d1-60e8-4cfe-afe6-e8ad16fdab20" providerId="ADAL" clId="{993EF238-EB62-994B-B1B7-1A19E5CA8729}" dt="2024-05-24T18:16:08.659" v="2398" actId="1076"/>
        <pc:sldMkLst>
          <pc:docMk/>
          <pc:sldMk cId="2400921252" sldId="371"/>
        </pc:sldMkLst>
        <pc:spChg chg="add mod ord">
          <ac:chgData name="Amann, Guillaume J" userId="5c8697d1-60e8-4cfe-afe6-e8ad16fdab20" providerId="ADAL" clId="{993EF238-EB62-994B-B1B7-1A19E5CA8729}" dt="2024-05-24T18:16:04.310" v="2397" actId="700"/>
          <ac:spMkLst>
            <pc:docMk/>
            <pc:sldMk cId="2400921252" sldId="371"/>
            <ac:spMk id="3" creationId="{89F4EAC4-594C-7D16-057A-0A35A44FB56A}"/>
          </ac:spMkLst>
        </pc:spChg>
        <pc:spChg chg="del">
          <ac:chgData name="Amann, Guillaume J" userId="5c8697d1-60e8-4cfe-afe6-e8ad16fdab20" providerId="ADAL" clId="{993EF238-EB62-994B-B1B7-1A19E5CA8729}" dt="2024-05-24T08:10:10.870" v="351"/>
          <ac:spMkLst>
            <pc:docMk/>
            <pc:sldMk cId="2400921252" sldId="371"/>
            <ac:spMk id="4" creationId="{00000000-0000-0000-0000-000000000000}"/>
          </ac:spMkLst>
        </pc:spChg>
        <pc:spChg chg="mod">
          <ac:chgData name="Amann, Guillaume J" userId="5c8697d1-60e8-4cfe-afe6-e8ad16fdab20" providerId="ADAL" clId="{993EF238-EB62-994B-B1B7-1A19E5CA8729}" dt="2024-05-23T21:32:26.977" v="1"/>
          <ac:spMkLst>
            <pc:docMk/>
            <pc:sldMk cId="2400921252" sldId="371"/>
            <ac:spMk id="6" creationId="{00000000-0000-0000-0000-000000000000}"/>
          </ac:spMkLst>
        </pc:spChg>
        <pc:spChg chg="mod">
          <ac:chgData name="Amann, Guillaume J" userId="5c8697d1-60e8-4cfe-afe6-e8ad16fdab20" providerId="ADAL" clId="{993EF238-EB62-994B-B1B7-1A19E5CA8729}" dt="2024-05-23T21:32:26.977" v="1"/>
          <ac:spMkLst>
            <pc:docMk/>
            <pc:sldMk cId="2400921252" sldId="371"/>
            <ac:spMk id="7" creationId="{00000000-0000-0000-0000-000000000000}"/>
          </ac:spMkLst>
        </pc:spChg>
        <pc:spChg chg="mod ord">
          <ac:chgData name="Amann, Guillaume J" userId="5c8697d1-60e8-4cfe-afe6-e8ad16fdab20" providerId="ADAL" clId="{993EF238-EB62-994B-B1B7-1A19E5CA8729}" dt="2024-05-24T18:16:08.659" v="2398" actId="1076"/>
          <ac:spMkLst>
            <pc:docMk/>
            <pc:sldMk cId="2400921252" sldId="371"/>
            <ac:spMk id="13314" creationId="{00000000-0000-0000-0000-000000000000}"/>
          </ac:spMkLst>
        </pc:spChg>
        <pc:spChg chg="mod ord">
          <ac:chgData name="Amann, Guillaume J" userId="5c8697d1-60e8-4cfe-afe6-e8ad16fdab20" providerId="ADAL" clId="{993EF238-EB62-994B-B1B7-1A19E5CA8729}" dt="2024-05-24T18:16:04.310" v="2397" actId="700"/>
          <ac:spMkLst>
            <pc:docMk/>
            <pc:sldMk cId="2400921252" sldId="371"/>
            <ac:spMk id="13315" creationId="{00000000-0000-0000-0000-000000000000}"/>
          </ac:spMkLst>
        </pc:spChg>
        <pc:picChg chg="mod">
          <ac:chgData name="Amann, Guillaume J" userId="5c8697d1-60e8-4cfe-afe6-e8ad16fdab20" providerId="ADAL" clId="{993EF238-EB62-994B-B1B7-1A19E5CA8729}" dt="2024-05-23T21:32:26.977" v="1"/>
          <ac:picMkLst>
            <pc:docMk/>
            <pc:sldMk cId="2400921252" sldId="371"/>
            <ac:picMk id="2" creationId="{00000000-0000-0000-0000-000000000000}"/>
          </ac:picMkLst>
        </pc:picChg>
      </pc:sldChg>
      <pc:sldChg chg="addSp delSp modSp mod modClrScheme chgLayout modNotes">
        <pc:chgData name="Amann, Guillaume J" userId="5c8697d1-60e8-4cfe-afe6-e8ad16fdab20" providerId="ADAL" clId="{993EF238-EB62-994B-B1B7-1A19E5CA8729}" dt="2024-05-24T18:16:23.441" v="2399" actId="700"/>
        <pc:sldMkLst>
          <pc:docMk/>
          <pc:sldMk cId="2140672075" sldId="377"/>
        </pc:sldMkLst>
        <pc:spChg chg="mod ord">
          <ac:chgData name="Amann, Guillaume J" userId="5c8697d1-60e8-4cfe-afe6-e8ad16fdab20" providerId="ADAL" clId="{993EF238-EB62-994B-B1B7-1A19E5CA8729}" dt="2024-05-24T18:16:23.441" v="2399" actId="700"/>
          <ac:spMkLst>
            <pc:docMk/>
            <pc:sldMk cId="2140672075" sldId="377"/>
            <ac:spMk id="2"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 creationId="{00000000-0000-0000-0000-000000000000}"/>
          </ac:spMkLst>
        </pc:spChg>
        <pc:spChg chg="add mod ord">
          <ac:chgData name="Amann, Guillaume J" userId="5c8697d1-60e8-4cfe-afe6-e8ad16fdab20" providerId="ADAL" clId="{993EF238-EB62-994B-B1B7-1A19E5CA8729}" dt="2024-05-24T18:16:23.441" v="2399" actId="700"/>
          <ac:spMkLst>
            <pc:docMk/>
            <pc:sldMk cId="2140672075" sldId="377"/>
            <ac:spMk id="4" creationId="{1E11FF24-BC7E-161D-58B3-976A75CCCCFF}"/>
          </ac:spMkLst>
        </pc:spChg>
        <pc:spChg chg="add mod ord">
          <ac:chgData name="Amann, Guillaume J" userId="5c8697d1-60e8-4cfe-afe6-e8ad16fdab20" providerId="ADAL" clId="{993EF238-EB62-994B-B1B7-1A19E5CA8729}" dt="2024-05-24T18:16:23.441" v="2399" actId="700"/>
          <ac:spMkLst>
            <pc:docMk/>
            <pc:sldMk cId="2140672075" sldId="377"/>
            <ac:spMk id="5" creationId="{C06388DF-BF61-B078-E04B-FAAE8BD76B96}"/>
          </ac:spMkLst>
        </pc:spChg>
        <pc:spChg chg="del">
          <ac:chgData name="Amann, Guillaume J" userId="5c8697d1-60e8-4cfe-afe6-e8ad16fdab20" providerId="ADAL" clId="{993EF238-EB62-994B-B1B7-1A19E5CA8729}" dt="2024-05-24T08:10:10.870" v="351"/>
          <ac:spMkLst>
            <pc:docMk/>
            <pc:sldMk cId="2140672075" sldId="377"/>
            <ac:spMk id="7"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9"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22"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23"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26"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27"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0"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1"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5"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6"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7" creationId="{00000000-0000-0000-0000-000000000000}"/>
          </ac:spMkLst>
        </pc:spChg>
        <pc:spChg chg="mod">
          <ac:chgData name="Amann, Guillaume J" userId="5c8697d1-60e8-4cfe-afe6-e8ad16fdab20" providerId="ADAL" clId="{993EF238-EB62-994B-B1B7-1A19E5CA8729}" dt="2024-05-23T21:32:26.977" v="1"/>
          <ac:spMkLst>
            <pc:docMk/>
            <pc:sldMk cId="2140672075" sldId="377"/>
            <ac:spMk id="38" creationId="{00000000-0000-0000-0000-000000000000}"/>
          </ac:spMkLst>
        </pc:spChg>
      </pc:sldChg>
      <pc:sldChg chg="addSp delSp modSp mod modClrScheme chgLayout modNotes">
        <pc:chgData name="Amann, Guillaume J" userId="5c8697d1-60e8-4cfe-afe6-e8ad16fdab20" providerId="ADAL" clId="{993EF238-EB62-994B-B1B7-1A19E5CA8729}" dt="2024-05-24T18:16:23.441" v="2399" actId="700"/>
        <pc:sldMkLst>
          <pc:docMk/>
          <pc:sldMk cId="1175315177" sldId="380"/>
        </pc:sldMkLst>
        <pc:spChg chg="add mod ord">
          <ac:chgData name="Amann, Guillaume J" userId="5c8697d1-60e8-4cfe-afe6-e8ad16fdab20" providerId="ADAL" clId="{993EF238-EB62-994B-B1B7-1A19E5CA8729}" dt="2024-05-24T18:16:23.441" v="2399" actId="700"/>
          <ac:spMkLst>
            <pc:docMk/>
            <pc:sldMk cId="1175315177" sldId="380"/>
            <ac:spMk id="3" creationId="{FE239D25-4EEB-80B5-DFD9-3074ABDFFA49}"/>
          </ac:spMkLst>
        </pc:spChg>
        <pc:spChg chg="del mod">
          <ac:chgData name="Amann, Guillaume J" userId="5c8697d1-60e8-4cfe-afe6-e8ad16fdab20" providerId="ADAL" clId="{993EF238-EB62-994B-B1B7-1A19E5CA8729}" dt="2024-05-24T08:10:10.870" v="351"/>
          <ac:spMkLst>
            <pc:docMk/>
            <pc:sldMk cId="1175315177" sldId="380"/>
            <ac:spMk id="6" creationId="{00000000-0000-0000-0000-000000000000}"/>
          </ac:spMkLst>
        </pc:spChg>
        <pc:spChg chg="mod">
          <ac:chgData name="Amann, Guillaume J" userId="5c8697d1-60e8-4cfe-afe6-e8ad16fdab20" providerId="ADAL" clId="{993EF238-EB62-994B-B1B7-1A19E5CA8729}" dt="2024-05-23T21:32:26.977" v="1"/>
          <ac:spMkLst>
            <pc:docMk/>
            <pc:sldMk cId="1175315177" sldId="380"/>
            <ac:spMk id="16" creationId="{00000000-0000-0000-0000-000000000000}"/>
          </ac:spMkLst>
        </pc:spChg>
        <pc:spChg chg="mod ord">
          <ac:chgData name="Amann, Guillaume J" userId="5c8697d1-60e8-4cfe-afe6-e8ad16fdab20" providerId="ADAL" clId="{993EF238-EB62-994B-B1B7-1A19E5CA8729}" dt="2024-05-24T18:16:23.441" v="2399" actId="700"/>
          <ac:spMkLst>
            <pc:docMk/>
            <pc:sldMk cId="1175315177" sldId="380"/>
            <ac:spMk id="18" creationId="{00000000-0000-0000-0000-000000000000}"/>
          </ac:spMkLst>
        </pc:spChg>
        <pc:spChg chg="mod ord">
          <ac:chgData name="Amann, Guillaume J" userId="5c8697d1-60e8-4cfe-afe6-e8ad16fdab20" providerId="ADAL" clId="{993EF238-EB62-994B-B1B7-1A19E5CA8729}" dt="2024-05-24T18:16:23.441" v="2399" actId="700"/>
          <ac:spMkLst>
            <pc:docMk/>
            <pc:sldMk cId="1175315177" sldId="380"/>
            <ac:spMk id="15362" creationId="{00000000-0000-0000-0000-000000000000}"/>
          </ac:spMkLst>
        </pc:spChg>
        <pc:picChg chg="mod">
          <ac:chgData name="Amann, Guillaume J" userId="5c8697d1-60e8-4cfe-afe6-e8ad16fdab20" providerId="ADAL" clId="{993EF238-EB62-994B-B1B7-1A19E5CA8729}" dt="2024-05-23T21:32:26.977" v="1"/>
          <ac:picMkLst>
            <pc:docMk/>
            <pc:sldMk cId="1175315177" sldId="380"/>
            <ac:picMk id="2" creationId="{00000000-0000-0000-0000-000000000000}"/>
          </ac:picMkLst>
        </pc:picChg>
      </pc:sldChg>
      <pc:sldChg chg="addSp delSp modSp mod modClrScheme chgLayout modNotes">
        <pc:chgData name="Amann, Guillaume J" userId="5c8697d1-60e8-4cfe-afe6-e8ad16fdab20" providerId="ADAL" clId="{993EF238-EB62-994B-B1B7-1A19E5CA8729}" dt="2024-05-24T18:16:23.441" v="2399" actId="700"/>
        <pc:sldMkLst>
          <pc:docMk/>
          <pc:sldMk cId="974063120" sldId="385"/>
        </pc:sldMkLst>
        <pc:spChg chg="add mod ord">
          <ac:chgData name="Amann, Guillaume J" userId="5c8697d1-60e8-4cfe-afe6-e8ad16fdab20" providerId="ADAL" clId="{993EF238-EB62-994B-B1B7-1A19E5CA8729}" dt="2024-05-24T18:16:23.441" v="2399" actId="700"/>
          <ac:spMkLst>
            <pc:docMk/>
            <pc:sldMk cId="974063120" sldId="385"/>
            <ac:spMk id="2" creationId="{A79F928A-4D13-31A5-8270-C256059F014B}"/>
          </ac:spMkLst>
        </pc:spChg>
        <pc:spChg chg="del">
          <ac:chgData name="Amann, Guillaume J" userId="5c8697d1-60e8-4cfe-afe6-e8ad16fdab20" providerId="ADAL" clId="{993EF238-EB62-994B-B1B7-1A19E5CA8729}" dt="2024-05-24T08:10:10.870" v="351"/>
          <ac:spMkLst>
            <pc:docMk/>
            <pc:sldMk cId="974063120" sldId="385"/>
            <ac:spMk id="4" creationId="{00000000-0000-0000-0000-000000000000}"/>
          </ac:spMkLst>
        </pc:spChg>
        <pc:spChg chg="mod">
          <ac:chgData name="Amann, Guillaume J" userId="5c8697d1-60e8-4cfe-afe6-e8ad16fdab20" providerId="ADAL" clId="{993EF238-EB62-994B-B1B7-1A19E5CA8729}" dt="2024-05-23T21:32:26.977" v="1"/>
          <ac:spMkLst>
            <pc:docMk/>
            <pc:sldMk cId="974063120" sldId="385"/>
            <ac:spMk id="7" creationId="{00000000-0000-0000-0000-000000000000}"/>
          </ac:spMkLst>
        </pc:spChg>
        <pc:spChg chg="mod">
          <ac:chgData name="Amann, Guillaume J" userId="5c8697d1-60e8-4cfe-afe6-e8ad16fdab20" providerId="ADAL" clId="{993EF238-EB62-994B-B1B7-1A19E5CA8729}" dt="2024-05-23T21:32:26.977" v="1"/>
          <ac:spMkLst>
            <pc:docMk/>
            <pc:sldMk cId="974063120" sldId="385"/>
            <ac:spMk id="8" creationId="{00000000-0000-0000-0000-000000000000}"/>
          </ac:spMkLst>
        </pc:spChg>
        <pc:spChg chg="mod ord">
          <ac:chgData name="Amann, Guillaume J" userId="5c8697d1-60e8-4cfe-afe6-e8ad16fdab20" providerId="ADAL" clId="{993EF238-EB62-994B-B1B7-1A19E5CA8729}" dt="2024-05-24T18:16:23.441" v="2399" actId="700"/>
          <ac:spMkLst>
            <pc:docMk/>
            <pc:sldMk cId="974063120" sldId="385"/>
            <ac:spMk id="13314" creationId="{00000000-0000-0000-0000-000000000000}"/>
          </ac:spMkLst>
        </pc:spChg>
        <pc:spChg chg="mod ord">
          <ac:chgData name="Amann, Guillaume J" userId="5c8697d1-60e8-4cfe-afe6-e8ad16fdab20" providerId="ADAL" clId="{993EF238-EB62-994B-B1B7-1A19E5CA8729}" dt="2024-05-24T18:16:23.441" v="2399" actId="700"/>
          <ac:spMkLst>
            <pc:docMk/>
            <pc:sldMk cId="974063120" sldId="385"/>
            <ac:spMk id="13315" creationId="{00000000-0000-0000-0000-000000000000}"/>
          </ac:spMkLst>
        </pc:spChg>
        <pc:picChg chg="mod">
          <ac:chgData name="Amann, Guillaume J" userId="5c8697d1-60e8-4cfe-afe6-e8ad16fdab20" providerId="ADAL" clId="{993EF238-EB62-994B-B1B7-1A19E5CA8729}" dt="2024-05-23T21:32:26.977" v="1"/>
          <ac:picMkLst>
            <pc:docMk/>
            <pc:sldMk cId="974063120" sldId="385"/>
            <ac:picMk id="6" creationId="{00000000-0000-0000-0000-000000000000}"/>
          </ac:picMkLst>
        </pc:picChg>
      </pc:sldChg>
      <pc:sldChg chg="addSp delSp modSp mod modClrScheme chgLayout modNotes">
        <pc:chgData name="Amann, Guillaume J" userId="5c8697d1-60e8-4cfe-afe6-e8ad16fdab20" providerId="ADAL" clId="{993EF238-EB62-994B-B1B7-1A19E5CA8729}" dt="2024-05-24T18:16:23.441" v="2399" actId="700"/>
        <pc:sldMkLst>
          <pc:docMk/>
          <pc:sldMk cId="4131890486" sldId="387"/>
        </pc:sldMkLst>
        <pc:spChg chg="add mod ord">
          <ac:chgData name="Amann, Guillaume J" userId="5c8697d1-60e8-4cfe-afe6-e8ad16fdab20" providerId="ADAL" clId="{993EF238-EB62-994B-B1B7-1A19E5CA8729}" dt="2024-05-24T18:16:23.441" v="2399" actId="700"/>
          <ac:spMkLst>
            <pc:docMk/>
            <pc:sldMk cId="4131890486" sldId="387"/>
            <ac:spMk id="2" creationId="{B44B246B-A44F-EC44-6C8C-8F03625B8FBA}"/>
          </ac:spMkLst>
        </pc:spChg>
        <pc:spChg chg="del">
          <ac:chgData name="Amann, Guillaume J" userId="5c8697d1-60e8-4cfe-afe6-e8ad16fdab20" providerId="ADAL" clId="{993EF238-EB62-994B-B1B7-1A19E5CA8729}" dt="2024-05-24T08:10:10.870" v="351"/>
          <ac:spMkLst>
            <pc:docMk/>
            <pc:sldMk cId="4131890486" sldId="387"/>
            <ac:spMk id="4" creationId="{00000000-0000-0000-0000-000000000000}"/>
          </ac:spMkLst>
        </pc:spChg>
        <pc:spChg chg="mod">
          <ac:chgData name="Amann, Guillaume J" userId="5c8697d1-60e8-4cfe-afe6-e8ad16fdab20" providerId="ADAL" clId="{993EF238-EB62-994B-B1B7-1A19E5CA8729}" dt="2024-05-23T21:32:26.977" v="1"/>
          <ac:spMkLst>
            <pc:docMk/>
            <pc:sldMk cId="4131890486" sldId="387"/>
            <ac:spMk id="9" creationId="{00000000-0000-0000-0000-000000000000}"/>
          </ac:spMkLst>
        </pc:spChg>
        <pc:spChg chg="mod ord">
          <ac:chgData name="Amann, Guillaume J" userId="5c8697d1-60e8-4cfe-afe6-e8ad16fdab20" providerId="ADAL" clId="{993EF238-EB62-994B-B1B7-1A19E5CA8729}" dt="2024-05-24T18:16:23.441" v="2399" actId="700"/>
          <ac:spMkLst>
            <pc:docMk/>
            <pc:sldMk cId="4131890486" sldId="387"/>
            <ac:spMk id="13314" creationId="{00000000-0000-0000-0000-000000000000}"/>
          </ac:spMkLst>
        </pc:spChg>
        <pc:spChg chg="mod ord">
          <ac:chgData name="Amann, Guillaume J" userId="5c8697d1-60e8-4cfe-afe6-e8ad16fdab20" providerId="ADAL" clId="{993EF238-EB62-994B-B1B7-1A19E5CA8729}" dt="2024-05-24T18:16:23.441" v="2399" actId="700"/>
          <ac:spMkLst>
            <pc:docMk/>
            <pc:sldMk cId="4131890486" sldId="387"/>
            <ac:spMk id="13315" creationId="{00000000-0000-0000-0000-000000000000}"/>
          </ac:spMkLst>
        </pc:spChg>
        <pc:picChg chg="mod">
          <ac:chgData name="Amann, Guillaume J" userId="5c8697d1-60e8-4cfe-afe6-e8ad16fdab20" providerId="ADAL" clId="{993EF238-EB62-994B-B1B7-1A19E5CA8729}" dt="2024-05-23T21:32:26.977" v="1"/>
          <ac:picMkLst>
            <pc:docMk/>
            <pc:sldMk cId="4131890486" sldId="387"/>
            <ac:picMk id="3" creationId="{00000000-0000-0000-0000-000000000000}"/>
          </ac:picMkLst>
        </pc:picChg>
      </pc:sldChg>
      <pc:sldChg chg="addSp delSp modSp mod modClrScheme chgLayout modNotes">
        <pc:chgData name="Amann, Guillaume J" userId="5c8697d1-60e8-4cfe-afe6-e8ad16fdab20" providerId="ADAL" clId="{993EF238-EB62-994B-B1B7-1A19E5CA8729}" dt="2024-05-24T18:16:23.441" v="2399" actId="700"/>
        <pc:sldMkLst>
          <pc:docMk/>
          <pc:sldMk cId="1347400679" sldId="391"/>
        </pc:sldMkLst>
        <pc:spChg chg="mod ord">
          <ac:chgData name="Amann, Guillaume J" userId="5c8697d1-60e8-4cfe-afe6-e8ad16fdab20" providerId="ADAL" clId="{993EF238-EB62-994B-B1B7-1A19E5CA8729}" dt="2024-05-24T18:16:23.441" v="2399" actId="700"/>
          <ac:spMkLst>
            <pc:docMk/>
            <pc:sldMk cId="1347400679" sldId="391"/>
            <ac:spMk id="2"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 creationId="{00000000-0000-0000-0000-000000000000}"/>
          </ac:spMkLst>
        </pc:spChg>
        <pc:spChg chg="add mod ord">
          <ac:chgData name="Amann, Guillaume J" userId="5c8697d1-60e8-4cfe-afe6-e8ad16fdab20" providerId="ADAL" clId="{993EF238-EB62-994B-B1B7-1A19E5CA8729}" dt="2024-05-24T18:16:23.441" v="2399" actId="700"/>
          <ac:spMkLst>
            <pc:docMk/>
            <pc:sldMk cId="1347400679" sldId="391"/>
            <ac:spMk id="4" creationId="{9A973939-3B89-53AC-2BB1-70F93F40614D}"/>
          </ac:spMkLst>
        </pc:spChg>
        <pc:spChg chg="add mod ord">
          <ac:chgData name="Amann, Guillaume J" userId="5c8697d1-60e8-4cfe-afe6-e8ad16fdab20" providerId="ADAL" clId="{993EF238-EB62-994B-B1B7-1A19E5CA8729}" dt="2024-05-24T18:16:23.441" v="2399" actId="700"/>
          <ac:spMkLst>
            <pc:docMk/>
            <pc:sldMk cId="1347400679" sldId="391"/>
            <ac:spMk id="5" creationId="{AC627747-0125-26F2-7CE4-945F55CEA41D}"/>
          </ac:spMkLst>
        </pc:spChg>
        <pc:spChg chg="del">
          <ac:chgData name="Amann, Guillaume J" userId="5c8697d1-60e8-4cfe-afe6-e8ad16fdab20" providerId="ADAL" clId="{993EF238-EB62-994B-B1B7-1A19E5CA8729}" dt="2024-05-24T08:10:10.870" v="351"/>
          <ac:spMkLst>
            <pc:docMk/>
            <pc:sldMk cId="1347400679" sldId="391"/>
            <ac:spMk id="7"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9"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22"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23"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26"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27"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0"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1"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5"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6"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7" creationId="{00000000-0000-0000-0000-000000000000}"/>
          </ac:spMkLst>
        </pc:spChg>
        <pc:spChg chg="mod">
          <ac:chgData name="Amann, Guillaume J" userId="5c8697d1-60e8-4cfe-afe6-e8ad16fdab20" providerId="ADAL" clId="{993EF238-EB62-994B-B1B7-1A19E5CA8729}" dt="2024-05-23T21:32:26.977" v="1"/>
          <ac:spMkLst>
            <pc:docMk/>
            <pc:sldMk cId="1347400679" sldId="391"/>
            <ac:spMk id="38" creationId="{00000000-0000-0000-0000-000000000000}"/>
          </ac:spMkLst>
        </pc:spChg>
      </pc:sldChg>
      <pc:sldChg chg="addSp delSp modSp mod modClrScheme chgLayout modNotes">
        <pc:chgData name="Amann, Guillaume J" userId="5c8697d1-60e8-4cfe-afe6-e8ad16fdab20" providerId="ADAL" clId="{993EF238-EB62-994B-B1B7-1A19E5CA8729}" dt="2024-05-24T18:16:23.441" v="2399" actId="700"/>
        <pc:sldMkLst>
          <pc:docMk/>
          <pc:sldMk cId="445900591" sldId="393"/>
        </pc:sldMkLst>
        <pc:spChg chg="add mod ord">
          <ac:chgData name="Amann, Guillaume J" userId="5c8697d1-60e8-4cfe-afe6-e8ad16fdab20" providerId="ADAL" clId="{993EF238-EB62-994B-B1B7-1A19E5CA8729}" dt="2024-05-24T18:16:23.441" v="2399" actId="700"/>
          <ac:spMkLst>
            <pc:docMk/>
            <pc:sldMk cId="445900591" sldId="393"/>
            <ac:spMk id="2" creationId="{6FA2E88D-E4E6-7859-41EF-F03B003167F0}"/>
          </ac:spMkLst>
        </pc:spChg>
        <pc:spChg chg="del">
          <ac:chgData name="Amann, Guillaume J" userId="5c8697d1-60e8-4cfe-afe6-e8ad16fdab20" providerId="ADAL" clId="{993EF238-EB62-994B-B1B7-1A19E5CA8729}" dt="2024-05-24T08:10:10.870" v="351"/>
          <ac:spMkLst>
            <pc:docMk/>
            <pc:sldMk cId="445900591" sldId="393"/>
            <ac:spMk id="4" creationId="{00000000-0000-0000-0000-000000000000}"/>
          </ac:spMkLst>
        </pc:spChg>
        <pc:spChg chg="mod ord">
          <ac:chgData name="Amann, Guillaume J" userId="5c8697d1-60e8-4cfe-afe6-e8ad16fdab20" providerId="ADAL" clId="{993EF238-EB62-994B-B1B7-1A19E5CA8729}" dt="2024-05-24T18:16:23.441" v="2399" actId="700"/>
          <ac:spMkLst>
            <pc:docMk/>
            <pc:sldMk cId="445900591" sldId="393"/>
            <ac:spMk id="13314" creationId="{00000000-0000-0000-0000-000000000000}"/>
          </ac:spMkLst>
        </pc:spChg>
        <pc:spChg chg="mod ord">
          <ac:chgData name="Amann, Guillaume J" userId="5c8697d1-60e8-4cfe-afe6-e8ad16fdab20" providerId="ADAL" clId="{993EF238-EB62-994B-B1B7-1A19E5CA8729}" dt="2024-05-24T18:16:23.441" v="2399" actId="700"/>
          <ac:spMkLst>
            <pc:docMk/>
            <pc:sldMk cId="445900591" sldId="393"/>
            <ac:spMk id="13315" creationId="{00000000-0000-0000-0000-000000000000}"/>
          </ac:spMkLst>
        </pc:spChg>
        <pc:graphicFrameChg chg="mod">
          <ac:chgData name="Amann, Guillaume J" userId="5c8697d1-60e8-4cfe-afe6-e8ad16fdab20" providerId="ADAL" clId="{993EF238-EB62-994B-B1B7-1A19E5CA8729}" dt="2024-05-23T21:32:26.977" v="1"/>
          <ac:graphicFrameMkLst>
            <pc:docMk/>
            <pc:sldMk cId="445900591" sldId="393"/>
            <ac:graphicFrameMk id="5" creationId="{00000000-0000-0000-0000-000000000000}"/>
          </ac:graphicFrameMkLst>
        </pc:graphicFrameChg>
      </pc:sldChg>
      <pc:sldChg chg="addSp delSp modSp mod modClrScheme chgLayout modNotes">
        <pc:chgData name="Amann, Guillaume J" userId="5c8697d1-60e8-4cfe-afe6-e8ad16fdab20" providerId="ADAL" clId="{993EF238-EB62-994B-B1B7-1A19E5CA8729}" dt="2024-05-24T18:16:23.441" v="2399" actId="700"/>
        <pc:sldMkLst>
          <pc:docMk/>
          <pc:sldMk cId="664696879" sldId="395"/>
        </pc:sldMkLst>
        <pc:spChg chg="add mod ord">
          <ac:chgData name="Amann, Guillaume J" userId="5c8697d1-60e8-4cfe-afe6-e8ad16fdab20" providerId="ADAL" clId="{993EF238-EB62-994B-B1B7-1A19E5CA8729}" dt="2024-05-24T18:16:23.441" v="2399" actId="700"/>
          <ac:spMkLst>
            <pc:docMk/>
            <pc:sldMk cId="664696879" sldId="395"/>
            <ac:spMk id="2" creationId="{4ED8810B-9BE8-3D5B-E5DB-029B54D7671F}"/>
          </ac:spMkLst>
        </pc:spChg>
        <pc:spChg chg="add mod ord">
          <ac:chgData name="Amann, Guillaume J" userId="5c8697d1-60e8-4cfe-afe6-e8ad16fdab20" providerId="ADAL" clId="{993EF238-EB62-994B-B1B7-1A19E5CA8729}" dt="2024-05-24T18:16:23.441" v="2399" actId="700"/>
          <ac:spMkLst>
            <pc:docMk/>
            <pc:sldMk cId="664696879" sldId="395"/>
            <ac:spMk id="3" creationId="{8711BD18-01C6-261F-CB33-47BF07F528D3}"/>
          </ac:spMkLst>
        </pc:spChg>
        <pc:spChg chg="del">
          <ac:chgData name="Amann, Guillaume J" userId="5c8697d1-60e8-4cfe-afe6-e8ad16fdab20" providerId="ADAL" clId="{993EF238-EB62-994B-B1B7-1A19E5CA8729}" dt="2024-05-24T08:10:10.870" v="351"/>
          <ac:spMkLst>
            <pc:docMk/>
            <pc:sldMk cId="664696879" sldId="395"/>
            <ac:spMk id="4" creationId="{00000000-0000-0000-0000-000000000000}"/>
          </ac:spMkLst>
        </pc:spChg>
        <pc:spChg chg="mod">
          <ac:chgData name="Amann, Guillaume J" userId="5c8697d1-60e8-4cfe-afe6-e8ad16fdab20" providerId="ADAL" clId="{993EF238-EB62-994B-B1B7-1A19E5CA8729}" dt="2024-05-23T21:32:26.977" v="1"/>
          <ac:spMkLst>
            <pc:docMk/>
            <pc:sldMk cId="664696879" sldId="395"/>
            <ac:spMk id="7" creationId="{00000000-0000-0000-0000-000000000000}"/>
          </ac:spMkLst>
        </pc:spChg>
        <pc:spChg chg="mod ord">
          <ac:chgData name="Amann, Guillaume J" userId="5c8697d1-60e8-4cfe-afe6-e8ad16fdab20" providerId="ADAL" clId="{993EF238-EB62-994B-B1B7-1A19E5CA8729}" dt="2024-05-24T18:16:23.441" v="2399" actId="700"/>
          <ac:spMkLst>
            <pc:docMk/>
            <pc:sldMk cId="664696879" sldId="395"/>
            <ac:spMk id="13314" creationId="{00000000-0000-0000-0000-000000000000}"/>
          </ac:spMkLst>
        </pc:spChg>
      </pc:sldChg>
      <pc:sldChg chg="addSp delSp modSp mod modClrScheme chgLayout modNotes">
        <pc:chgData name="Amann, Guillaume J" userId="5c8697d1-60e8-4cfe-afe6-e8ad16fdab20" providerId="ADAL" clId="{993EF238-EB62-994B-B1B7-1A19E5CA8729}" dt="2024-05-24T18:16:23.441" v="2399" actId="700"/>
        <pc:sldMkLst>
          <pc:docMk/>
          <pc:sldMk cId="1433613122" sldId="396"/>
        </pc:sldMkLst>
        <pc:spChg chg="add mod ord">
          <ac:chgData name="Amann, Guillaume J" userId="5c8697d1-60e8-4cfe-afe6-e8ad16fdab20" providerId="ADAL" clId="{993EF238-EB62-994B-B1B7-1A19E5CA8729}" dt="2024-05-24T18:16:23.441" v="2399" actId="700"/>
          <ac:spMkLst>
            <pc:docMk/>
            <pc:sldMk cId="1433613122" sldId="396"/>
            <ac:spMk id="3" creationId="{8DF54B1F-49AF-E66C-B865-3E3A7DFD41DA}"/>
          </ac:spMkLst>
        </pc:spChg>
        <pc:spChg chg="del">
          <ac:chgData name="Amann, Guillaume J" userId="5c8697d1-60e8-4cfe-afe6-e8ad16fdab20" providerId="ADAL" clId="{993EF238-EB62-994B-B1B7-1A19E5CA8729}" dt="2024-05-24T08:10:10.870" v="351"/>
          <ac:spMkLst>
            <pc:docMk/>
            <pc:sldMk cId="1433613122" sldId="396"/>
            <ac:spMk id="4" creationId="{00000000-0000-0000-0000-000000000000}"/>
          </ac:spMkLst>
        </pc:spChg>
        <pc:spChg chg="mod">
          <ac:chgData name="Amann, Guillaume J" userId="5c8697d1-60e8-4cfe-afe6-e8ad16fdab20" providerId="ADAL" clId="{993EF238-EB62-994B-B1B7-1A19E5CA8729}" dt="2024-05-23T21:32:26.977" v="1"/>
          <ac:spMkLst>
            <pc:docMk/>
            <pc:sldMk cId="1433613122" sldId="396"/>
            <ac:spMk id="9" creationId="{00000000-0000-0000-0000-000000000000}"/>
          </ac:spMkLst>
        </pc:spChg>
        <pc:spChg chg="mod ord">
          <ac:chgData name="Amann, Guillaume J" userId="5c8697d1-60e8-4cfe-afe6-e8ad16fdab20" providerId="ADAL" clId="{993EF238-EB62-994B-B1B7-1A19E5CA8729}" dt="2024-05-24T18:16:23.441" v="2399" actId="700"/>
          <ac:spMkLst>
            <pc:docMk/>
            <pc:sldMk cId="1433613122" sldId="396"/>
            <ac:spMk id="13314" creationId="{00000000-0000-0000-0000-000000000000}"/>
          </ac:spMkLst>
        </pc:spChg>
        <pc:spChg chg="mod ord">
          <ac:chgData name="Amann, Guillaume J" userId="5c8697d1-60e8-4cfe-afe6-e8ad16fdab20" providerId="ADAL" clId="{993EF238-EB62-994B-B1B7-1A19E5CA8729}" dt="2024-05-24T18:16:23.441" v="2399" actId="700"/>
          <ac:spMkLst>
            <pc:docMk/>
            <pc:sldMk cId="1433613122" sldId="396"/>
            <ac:spMk id="13315" creationId="{00000000-0000-0000-0000-000000000000}"/>
          </ac:spMkLst>
        </pc:spChg>
        <pc:picChg chg="mod">
          <ac:chgData name="Amann, Guillaume J" userId="5c8697d1-60e8-4cfe-afe6-e8ad16fdab20" providerId="ADAL" clId="{993EF238-EB62-994B-B1B7-1A19E5CA8729}" dt="2024-05-23T21:32:26.977" v="1"/>
          <ac:picMkLst>
            <pc:docMk/>
            <pc:sldMk cId="1433613122" sldId="396"/>
            <ac:picMk id="2" creationId="{00000000-0000-0000-0000-000000000000}"/>
          </ac:picMkLst>
        </pc:picChg>
      </pc:sldChg>
      <pc:sldChg chg="addSp delSp modSp mod modClrScheme chgLayout modNotes">
        <pc:chgData name="Amann, Guillaume J" userId="5c8697d1-60e8-4cfe-afe6-e8ad16fdab20" providerId="ADAL" clId="{993EF238-EB62-994B-B1B7-1A19E5CA8729}" dt="2024-05-24T18:16:23.441" v="2399" actId="700"/>
        <pc:sldMkLst>
          <pc:docMk/>
          <pc:sldMk cId="4170947635" sldId="397"/>
        </pc:sldMkLst>
        <pc:spChg chg="add mod ord">
          <ac:chgData name="Amann, Guillaume J" userId="5c8697d1-60e8-4cfe-afe6-e8ad16fdab20" providerId="ADAL" clId="{993EF238-EB62-994B-B1B7-1A19E5CA8729}" dt="2024-05-24T18:16:23.441" v="2399" actId="700"/>
          <ac:spMkLst>
            <pc:docMk/>
            <pc:sldMk cId="4170947635" sldId="397"/>
            <ac:spMk id="2" creationId="{E8DEF7AD-AA20-E42D-7861-5211D595A91C}"/>
          </ac:spMkLst>
        </pc:spChg>
        <pc:spChg chg="del">
          <ac:chgData name="Amann, Guillaume J" userId="5c8697d1-60e8-4cfe-afe6-e8ad16fdab20" providerId="ADAL" clId="{993EF238-EB62-994B-B1B7-1A19E5CA8729}" dt="2024-05-24T08:10:10.870" v="351"/>
          <ac:spMkLst>
            <pc:docMk/>
            <pc:sldMk cId="4170947635" sldId="397"/>
            <ac:spMk id="4" creationId="{00000000-0000-0000-0000-000000000000}"/>
          </ac:spMkLst>
        </pc:spChg>
        <pc:spChg chg="mod">
          <ac:chgData name="Amann, Guillaume J" userId="5c8697d1-60e8-4cfe-afe6-e8ad16fdab20" providerId="ADAL" clId="{993EF238-EB62-994B-B1B7-1A19E5CA8729}" dt="2024-05-23T21:32:26.977" v="1"/>
          <ac:spMkLst>
            <pc:docMk/>
            <pc:sldMk cId="4170947635" sldId="397"/>
            <ac:spMk id="9" creationId="{00000000-0000-0000-0000-000000000000}"/>
          </ac:spMkLst>
        </pc:spChg>
        <pc:spChg chg="mod ord">
          <ac:chgData name="Amann, Guillaume J" userId="5c8697d1-60e8-4cfe-afe6-e8ad16fdab20" providerId="ADAL" clId="{993EF238-EB62-994B-B1B7-1A19E5CA8729}" dt="2024-05-24T18:16:23.441" v="2399" actId="700"/>
          <ac:spMkLst>
            <pc:docMk/>
            <pc:sldMk cId="4170947635" sldId="397"/>
            <ac:spMk id="13314" creationId="{00000000-0000-0000-0000-000000000000}"/>
          </ac:spMkLst>
        </pc:spChg>
        <pc:spChg chg="mod ord">
          <ac:chgData name="Amann, Guillaume J" userId="5c8697d1-60e8-4cfe-afe6-e8ad16fdab20" providerId="ADAL" clId="{993EF238-EB62-994B-B1B7-1A19E5CA8729}" dt="2024-05-24T18:16:23.441" v="2399" actId="700"/>
          <ac:spMkLst>
            <pc:docMk/>
            <pc:sldMk cId="4170947635" sldId="397"/>
            <ac:spMk id="13315" creationId="{00000000-0000-0000-0000-000000000000}"/>
          </ac:spMkLst>
        </pc:spChg>
        <pc:picChg chg="mod">
          <ac:chgData name="Amann, Guillaume J" userId="5c8697d1-60e8-4cfe-afe6-e8ad16fdab20" providerId="ADAL" clId="{993EF238-EB62-994B-B1B7-1A19E5CA8729}" dt="2024-05-23T21:32:26.977" v="1"/>
          <ac:picMkLst>
            <pc:docMk/>
            <pc:sldMk cId="4170947635" sldId="397"/>
            <ac:picMk id="3" creationId="{00000000-0000-0000-0000-000000000000}"/>
          </ac:picMkLst>
        </pc:picChg>
      </pc:sldChg>
      <pc:sldChg chg="addSp delSp modSp mod modClrScheme chgLayout modNotes">
        <pc:chgData name="Amann, Guillaume J" userId="5c8697d1-60e8-4cfe-afe6-e8ad16fdab20" providerId="ADAL" clId="{993EF238-EB62-994B-B1B7-1A19E5CA8729}" dt="2024-05-24T18:16:28.963" v="2400" actId="700"/>
        <pc:sldMkLst>
          <pc:docMk/>
          <pc:sldMk cId="670099607" sldId="400"/>
        </pc:sldMkLst>
        <pc:spChg chg="mod ord">
          <ac:chgData name="Amann, Guillaume J" userId="5c8697d1-60e8-4cfe-afe6-e8ad16fdab20" providerId="ADAL" clId="{993EF238-EB62-994B-B1B7-1A19E5CA8729}" dt="2024-05-24T18:16:28.963" v="2400" actId="700"/>
          <ac:spMkLst>
            <pc:docMk/>
            <pc:sldMk cId="670099607" sldId="400"/>
            <ac:spMk id="2"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 creationId="{00000000-0000-0000-0000-000000000000}"/>
          </ac:spMkLst>
        </pc:spChg>
        <pc:spChg chg="add mod ord">
          <ac:chgData name="Amann, Guillaume J" userId="5c8697d1-60e8-4cfe-afe6-e8ad16fdab20" providerId="ADAL" clId="{993EF238-EB62-994B-B1B7-1A19E5CA8729}" dt="2024-05-24T18:16:28.963" v="2400" actId="700"/>
          <ac:spMkLst>
            <pc:docMk/>
            <pc:sldMk cId="670099607" sldId="400"/>
            <ac:spMk id="4" creationId="{FD606BC7-4BC6-9443-CE39-9BB5C0414764}"/>
          </ac:spMkLst>
        </pc:spChg>
        <pc:spChg chg="add mod ord">
          <ac:chgData name="Amann, Guillaume J" userId="5c8697d1-60e8-4cfe-afe6-e8ad16fdab20" providerId="ADAL" clId="{993EF238-EB62-994B-B1B7-1A19E5CA8729}" dt="2024-05-24T18:16:28.963" v="2400" actId="700"/>
          <ac:spMkLst>
            <pc:docMk/>
            <pc:sldMk cId="670099607" sldId="400"/>
            <ac:spMk id="5" creationId="{BF42E6ED-8C4F-1966-7799-A8F7D02285A2}"/>
          </ac:spMkLst>
        </pc:spChg>
        <pc:spChg chg="del">
          <ac:chgData name="Amann, Guillaume J" userId="5c8697d1-60e8-4cfe-afe6-e8ad16fdab20" providerId="ADAL" clId="{993EF238-EB62-994B-B1B7-1A19E5CA8729}" dt="2024-05-24T08:10:10.870" v="351"/>
          <ac:spMkLst>
            <pc:docMk/>
            <pc:sldMk cId="670099607" sldId="400"/>
            <ac:spMk id="7"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9"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22"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23"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26"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27"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0"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1"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5"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6"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7" creationId="{00000000-0000-0000-0000-000000000000}"/>
          </ac:spMkLst>
        </pc:spChg>
        <pc:spChg chg="mod">
          <ac:chgData name="Amann, Guillaume J" userId="5c8697d1-60e8-4cfe-afe6-e8ad16fdab20" providerId="ADAL" clId="{993EF238-EB62-994B-B1B7-1A19E5CA8729}" dt="2024-05-23T21:32:26.977" v="1"/>
          <ac:spMkLst>
            <pc:docMk/>
            <pc:sldMk cId="670099607" sldId="400"/>
            <ac:spMk id="38" creationId="{00000000-0000-0000-0000-000000000000}"/>
          </ac:spMkLst>
        </pc:spChg>
      </pc:sldChg>
      <pc:sldChg chg="addSp delSp modSp new del mod">
        <pc:chgData name="Amann, Guillaume J" userId="5c8697d1-60e8-4cfe-afe6-e8ad16fdab20" providerId="ADAL" clId="{993EF238-EB62-994B-B1B7-1A19E5CA8729}" dt="2024-05-24T01:26:02.540" v="333" actId="2696"/>
        <pc:sldMkLst>
          <pc:docMk/>
          <pc:sldMk cId="816805752" sldId="401"/>
        </pc:sldMkLst>
        <pc:spChg chg="add del mod">
          <ac:chgData name="Amann, Guillaume J" userId="5c8697d1-60e8-4cfe-afe6-e8ad16fdab20" providerId="ADAL" clId="{993EF238-EB62-994B-B1B7-1A19E5CA8729}" dt="2024-05-24T00:22:11.897" v="269"/>
          <ac:spMkLst>
            <pc:docMk/>
            <pc:sldMk cId="816805752" sldId="401"/>
            <ac:spMk id="3" creationId="{CDB12F54-D268-7D12-0B83-1B7E4212A1BD}"/>
          </ac:spMkLst>
        </pc:spChg>
      </pc:sldChg>
      <pc:sldChg chg="new del">
        <pc:chgData name="Amann, Guillaume J" userId="5c8697d1-60e8-4cfe-afe6-e8ad16fdab20" providerId="ADAL" clId="{993EF238-EB62-994B-B1B7-1A19E5CA8729}" dt="2024-05-24T00:14:14.680" v="244" actId="2696"/>
        <pc:sldMkLst>
          <pc:docMk/>
          <pc:sldMk cId="862293982" sldId="401"/>
        </pc:sldMkLst>
      </pc:sldChg>
      <pc:sldChg chg="new del">
        <pc:chgData name="Amann, Guillaume J" userId="5c8697d1-60e8-4cfe-afe6-e8ad16fdab20" providerId="ADAL" clId="{993EF238-EB62-994B-B1B7-1A19E5CA8729}" dt="2024-05-24T00:12:05.223" v="227" actId="2696"/>
        <pc:sldMkLst>
          <pc:docMk/>
          <pc:sldMk cId="994929379" sldId="401"/>
        </pc:sldMkLst>
      </pc:sldChg>
      <pc:sldChg chg="new del">
        <pc:chgData name="Amann, Guillaume J" userId="5c8697d1-60e8-4cfe-afe6-e8ad16fdab20" providerId="ADAL" clId="{993EF238-EB62-994B-B1B7-1A19E5CA8729}" dt="2024-05-24T08:06:44.736" v="343" actId="2696"/>
        <pc:sldMkLst>
          <pc:docMk/>
          <pc:sldMk cId="1800760599" sldId="401"/>
        </pc:sldMkLst>
      </pc:sldChg>
      <pc:sldChg chg="addSp delSp modSp new mod">
        <pc:chgData name="Amann, Guillaume J" userId="5c8697d1-60e8-4cfe-afe6-e8ad16fdab20" providerId="ADAL" clId="{993EF238-EB62-994B-B1B7-1A19E5CA8729}" dt="2024-05-24T11:31:05.419" v="1814"/>
        <pc:sldMkLst>
          <pc:docMk/>
          <pc:sldMk cId="2081005112" sldId="401"/>
        </pc:sldMkLst>
        <pc:spChg chg="del">
          <ac:chgData name="Amann, Guillaume J" userId="5c8697d1-60e8-4cfe-afe6-e8ad16fdab20" providerId="ADAL" clId="{993EF238-EB62-994B-B1B7-1A19E5CA8729}" dt="2024-05-24T08:39:02.996" v="1657" actId="478"/>
          <ac:spMkLst>
            <pc:docMk/>
            <pc:sldMk cId="2081005112" sldId="401"/>
            <ac:spMk id="2" creationId="{BD0BE0F3-4B31-3D3C-9B8C-06169A1DE02F}"/>
          </ac:spMkLst>
        </pc:spChg>
        <pc:spChg chg="del">
          <ac:chgData name="Amann, Guillaume J" userId="5c8697d1-60e8-4cfe-afe6-e8ad16fdab20" providerId="ADAL" clId="{993EF238-EB62-994B-B1B7-1A19E5CA8729}" dt="2024-05-24T08:39:05.462" v="1658" actId="478"/>
          <ac:spMkLst>
            <pc:docMk/>
            <pc:sldMk cId="2081005112" sldId="401"/>
            <ac:spMk id="3" creationId="{682165E5-9CE2-2D65-90EC-24D44AF11152}"/>
          </ac:spMkLst>
        </pc:spChg>
        <pc:spChg chg="add mod">
          <ac:chgData name="Amann, Guillaume J" userId="5c8697d1-60e8-4cfe-afe6-e8ad16fdab20" providerId="ADAL" clId="{993EF238-EB62-994B-B1B7-1A19E5CA8729}" dt="2024-05-24T11:31:05.419" v="1814"/>
          <ac:spMkLst>
            <pc:docMk/>
            <pc:sldMk cId="2081005112" sldId="401"/>
            <ac:spMk id="4" creationId="{84AE8180-F4F3-3AE4-BEDF-F94AEFF726A2}"/>
          </ac:spMkLst>
        </pc:spChg>
      </pc:sldChg>
      <pc:sldChg chg="addSp delSp modSp new del mod">
        <pc:chgData name="Amann, Guillaume J" userId="5c8697d1-60e8-4cfe-afe6-e8ad16fdab20" providerId="ADAL" clId="{993EF238-EB62-994B-B1B7-1A19E5CA8729}" dt="2024-05-24T00:21:53.355" v="263" actId="2696"/>
        <pc:sldMkLst>
          <pc:docMk/>
          <pc:sldMk cId="2596655487" sldId="401"/>
        </pc:sldMkLst>
        <pc:spChg chg="add del mod">
          <ac:chgData name="Amann, Guillaume J" userId="5c8697d1-60e8-4cfe-afe6-e8ad16fdab20" providerId="ADAL" clId="{993EF238-EB62-994B-B1B7-1A19E5CA8729}" dt="2024-05-24T00:15:17.828" v="249"/>
          <ac:spMkLst>
            <pc:docMk/>
            <pc:sldMk cId="2596655487" sldId="401"/>
            <ac:spMk id="3" creationId="{69B2143F-8B9F-2B6E-FB53-D2FD31B0FA7E}"/>
          </ac:spMkLst>
        </pc:spChg>
      </pc:sldChg>
      <pc:sldChg chg="new del">
        <pc:chgData name="Amann, Guillaume J" userId="5c8697d1-60e8-4cfe-afe6-e8ad16fdab20" providerId="ADAL" clId="{993EF238-EB62-994B-B1B7-1A19E5CA8729}" dt="2024-05-23T23:58:49.988" v="114" actId="2696"/>
        <pc:sldMkLst>
          <pc:docMk/>
          <pc:sldMk cId="3788524239" sldId="401"/>
        </pc:sldMkLst>
      </pc:sldChg>
      <pc:sldChg chg="new del">
        <pc:chgData name="Amann, Guillaume J" userId="5c8697d1-60e8-4cfe-afe6-e8ad16fdab20" providerId="ADAL" clId="{993EF238-EB62-994B-B1B7-1A19E5CA8729}" dt="2024-05-23T21:42:59.422" v="17" actId="2696"/>
        <pc:sldMkLst>
          <pc:docMk/>
          <pc:sldMk cId="4279649353" sldId="401"/>
        </pc:sldMkLst>
      </pc:sldChg>
      <pc:sldChg chg="new del">
        <pc:chgData name="Amann, Guillaume J" userId="5c8697d1-60e8-4cfe-afe6-e8ad16fdab20" providerId="ADAL" clId="{993EF238-EB62-994B-B1B7-1A19E5CA8729}" dt="2024-05-24T00:16:33.515" v="255" actId="2696"/>
        <pc:sldMkLst>
          <pc:docMk/>
          <pc:sldMk cId="133642654" sldId="402"/>
        </pc:sldMkLst>
      </pc:sldChg>
      <pc:sldChg chg="new del">
        <pc:chgData name="Amann, Guillaume J" userId="5c8697d1-60e8-4cfe-afe6-e8ad16fdab20" providerId="ADAL" clId="{993EF238-EB62-994B-B1B7-1A19E5CA8729}" dt="2024-05-23T23:58:48.185" v="113" actId="2696"/>
        <pc:sldMkLst>
          <pc:docMk/>
          <pc:sldMk cId="179321359" sldId="402"/>
        </pc:sldMkLst>
      </pc:sldChg>
      <pc:sldChg chg="new del">
        <pc:chgData name="Amann, Guillaume J" userId="5c8697d1-60e8-4cfe-afe6-e8ad16fdab20" providerId="ADAL" clId="{993EF238-EB62-994B-B1B7-1A19E5CA8729}" dt="2024-05-24T00:13:33.758" v="234" actId="2696"/>
        <pc:sldMkLst>
          <pc:docMk/>
          <pc:sldMk cId="1023122350" sldId="402"/>
        </pc:sldMkLst>
      </pc:sldChg>
      <pc:sldChg chg="addSp delSp modSp new del mod">
        <pc:chgData name="Amann, Guillaume J" userId="5c8697d1-60e8-4cfe-afe6-e8ad16fdab20" providerId="ADAL" clId="{993EF238-EB62-994B-B1B7-1A19E5CA8729}" dt="2024-05-24T00:13:56.524" v="240" actId="2696"/>
        <pc:sldMkLst>
          <pc:docMk/>
          <pc:sldMk cId="1286034662" sldId="402"/>
        </pc:sldMkLst>
        <pc:spChg chg="add del mod">
          <ac:chgData name="Amann, Guillaume J" userId="5c8697d1-60e8-4cfe-afe6-e8ad16fdab20" providerId="ADAL" clId="{993EF238-EB62-994B-B1B7-1A19E5CA8729}" dt="2024-05-24T00:13:49.551" v="239" actId="478"/>
          <ac:spMkLst>
            <pc:docMk/>
            <pc:sldMk cId="1286034662" sldId="402"/>
            <ac:spMk id="3" creationId="{01422628-016B-1B92-3465-3232ED0E955E}"/>
          </ac:spMkLst>
        </pc:spChg>
      </pc:sldChg>
      <pc:sldChg chg="modSp new del mod">
        <pc:chgData name="Amann, Guillaume J" userId="5c8697d1-60e8-4cfe-afe6-e8ad16fdab20" providerId="ADAL" clId="{993EF238-EB62-994B-B1B7-1A19E5CA8729}" dt="2024-05-24T10:36:51.957" v="1743" actId="2696"/>
        <pc:sldMkLst>
          <pc:docMk/>
          <pc:sldMk cId="1942283529" sldId="402"/>
        </pc:sldMkLst>
        <pc:spChg chg="mod">
          <ac:chgData name="Amann, Guillaume J" userId="5c8697d1-60e8-4cfe-afe6-e8ad16fdab20" providerId="ADAL" clId="{993EF238-EB62-994B-B1B7-1A19E5CA8729}" dt="2024-05-24T08:43:08.161" v="1702" actId="2711"/>
          <ac:spMkLst>
            <pc:docMk/>
            <pc:sldMk cId="1942283529" sldId="402"/>
            <ac:spMk id="4" creationId="{231F35B4-1397-2268-175B-DB5DBC32938D}"/>
          </ac:spMkLst>
        </pc:spChg>
      </pc:sldChg>
      <pc:sldChg chg="new del">
        <pc:chgData name="Amann, Guillaume J" userId="5c8697d1-60e8-4cfe-afe6-e8ad16fdab20" providerId="ADAL" clId="{993EF238-EB62-994B-B1B7-1A19E5CA8729}" dt="2024-05-24T08:06:46.863" v="344" actId="2696"/>
        <pc:sldMkLst>
          <pc:docMk/>
          <pc:sldMk cId="2028105885" sldId="402"/>
        </pc:sldMkLst>
      </pc:sldChg>
      <pc:sldChg chg="new del">
        <pc:chgData name="Amann, Guillaume J" userId="5c8697d1-60e8-4cfe-afe6-e8ad16fdab20" providerId="ADAL" clId="{993EF238-EB62-994B-B1B7-1A19E5CA8729}" dt="2024-05-24T00:11:53.049" v="220" actId="2696"/>
        <pc:sldMkLst>
          <pc:docMk/>
          <pc:sldMk cId="2030913723" sldId="402"/>
        </pc:sldMkLst>
      </pc:sldChg>
      <pc:sldChg chg="new del">
        <pc:chgData name="Amann, Guillaume J" userId="5c8697d1-60e8-4cfe-afe6-e8ad16fdab20" providerId="ADAL" clId="{993EF238-EB62-994B-B1B7-1A19E5CA8729}" dt="2024-05-24T00:12:03.845" v="226" actId="2696"/>
        <pc:sldMkLst>
          <pc:docMk/>
          <pc:sldMk cId="2083351982" sldId="402"/>
        </pc:sldMkLst>
      </pc:sldChg>
      <pc:sldChg chg="new del">
        <pc:chgData name="Amann, Guillaume J" userId="5c8697d1-60e8-4cfe-afe6-e8ad16fdab20" providerId="ADAL" clId="{993EF238-EB62-994B-B1B7-1A19E5CA8729}" dt="2024-05-24T00:13:39.923" v="236" actId="2696"/>
        <pc:sldMkLst>
          <pc:docMk/>
          <pc:sldMk cId="2722818035" sldId="402"/>
        </pc:sldMkLst>
      </pc:sldChg>
      <pc:sldChg chg="new del">
        <pc:chgData name="Amann, Guillaume J" userId="5c8697d1-60e8-4cfe-afe6-e8ad16fdab20" providerId="ADAL" clId="{993EF238-EB62-994B-B1B7-1A19E5CA8729}" dt="2024-05-24T00:11:48.603" v="218" actId="2696"/>
        <pc:sldMkLst>
          <pc:docMk/>
          <pc:sldMk cId="2730763869" sldId="402"/>
        </pc:sldMkLst>
      </pc:sldChg>
      <pc:sldChg chg="new del">
        <pc:chgData name="Amann, Guillaume J" userId="5c8697d1-60e8-4cfe-afe6-e8ad16fdab20" providerId="ADAL" clId="{993EF238-EB62-994B-B1B7-1A19E5CA8729}" dt="2024-05-24T01:26:01.206" v="332" actId="2696"/>
        <pc:sldMkLst>
          <pc:docMk/>
          <pc:sldMk cId="3715905312" sldId="402"/>
        </pc:sldMkLst>
      </pc:sldChg>
      <pc:sldChg chg="addSp delSp modSp new del mod">
        <pc:chgData name="Amann, Guillaume J" userId="5c8697d1-60e8-4cfe-afe6-e8ad16fdab20" providerId="ADAL" clId="{993EF238-EB62-994B-B1B7-1A19E5CA8729}" dt="2024-05-24T00:14:15.794" v="245" actId="2696"/>
        <pc:sldMkLst>
          <pc:docMk/>
          <pc:sldMk cId="3875878727" sldId="402"/>
        </pc:sldMkLst>
        <pc:spChg chg="add del mod">
          <ac:chgData name="Amann, Guillaume J" userId="5c8697d1-60e8-4cfe-afe6-e8ad16fdab20" providerId="ADAL" clId="{993EF238-EB62-994B-B1B7-1A19E5CA8729}" dt="2024-05-24T00:14:10.673" v="243" actId="478"/>
          <ac:spMkLst>
            <pc:docMk/>
            <pc:sldMk cId="3875878727" sldId="402"/>
            <ac:spMk id="3" creationId="{F92E2BC3-767D-74A9-D424-B845D9D06985}"/>
          </ac:spMkLst>
        </pc:spChg>
      </pc:sldChg>
      <pc:sldChg chg="new del">
        <pc:chgData name="Amann, Guillaume J" userId="5c8697d1-60e8-4cfe-afe6-e8ad16fdab20" providerId="ADAL" clId="{993EF238-EB62-994B-B1B7-1A19E5CA8729}" dt="2024-05-24T01:26:22.913" v="340" actId="2696"/>
        <pc:sldMkLst>
          <pc:docMk/>
          <pc:sldMk cId="435502555" sldId="403"/>
        </pc:sldMkLst>
      </pc:sldChg>
      <pc:sldChg chg="del">
        <pc:chgData name="Amann, Guillaume J" userId="5c8697d1-60e8-4cfe-afe6-e8ad16fdab20" providerId="ADAL" clId="{993EF238-EB62-994B-B1B7-1A19E5CA8729}" dt="2024-05-24T00:21:54.207" v="264" actId="2696"/>
        <pc:sldMkLst>
          <pc:docMk/>
          <pc:sldMk cId="496718096" sldId="403"/>
        </pc:sldMkLst>
      </pc:sldChg>
      <pc:sldChg chg="new del">
        <pc:chgData name="Amann, Guillaume J" userId="5c8697d1-60e8-4cfe-afe6-e8ad16fdab20" providerId="ADAL" clId="{993EF238-EB62-994B-B1B7-1A19E5CA8729}" dt="2024-05-23T23:58:47.242" v="112" actId="2696"/>
        <pc:sldMkLst>
          <pc:docMk/>
          <pc:sldMk cId="1001020412" sldId="403"/>
        </pc:sldMkLst>
      </pc:sldChg>
      <pc:sldChg chg="modSp new del mod">
        <pc:chgData name="Amann, Guillaume J" userId="5c8697d1-60e8-4cfe-afe6-e8ad16fdab20" providerId="ADAL" clId="{993EF238-EB62-994B-B1B7-1A19E5CA8729}" dt="2024-05-24T01:26:03.399" v="334" actId="2696"/>
        <pc:sldMkLst>
          <pc:docMk/>
          <pc:sldMk cId="2655687973" sldId="403"/>
        </pc:sldMkLst>
        <pc:spChg chg="mod">
          <ac:chgData name="Amann, Guillaume J" userId="5c8697d1-60e8-4cfe-afe6-e8ad16fdab20" providerId="ADAL" clId="{993EF238-EB62-994B-B1B7-1A19E5CA8729}" dt="2024-05-24T00:25:43.189" v="277" actId="20577"/>
          <ac:spMkLst>
            <pc:docMk/>
            <pc:sldMk cId="2655687973" sldId="403"/>
            <ac:spMk id="3" creationId="{2F7551A1-0BD6-4ABF-A53B-C2D04781B34E}"/>
          </ac:spMkLst>
        </pc:spChg>
      </pc:sldChg>
      <pc:sldChg chg="new del">
        <pc:chgData name="Amann, Guillaume J" userId="5c8697d1-60e8-4cfe-afe6-e8ad16fdab20" providerId="ADAL" clId="{993EF238-EB62-994B-B1B7-1A19E5CA8729}" dt="2024-05-24T08:06:34.543" v="342" actId="2696"/>
        <pc:sldMkLst>
          <pc:docMk/>
          <pc:sldMk cId="2915873513" sldId="403"/>
        </pc:sldMkLst>
      </pc:sldChg>
      <pc:sldChg chg="new del">
        <pc:chgData name="Amann, Guillaume J" userId="5c8697d1-60e8-4cfe-afe6-e8ad16fdab20" providerId="ADAL" clId="{993EF238-EB62-994B-B1B7-1A19E5CA8729}" dt="2024-05-24T00:12:01.912" v="225" actId="2696"/>
        <pc:sldMkLst>
          <pc:docMk/>
          <pc:sldMk cId="3731643085" sldId="403"/>
        </pc:sldMkLst>
      </pc:sldChg>
      <pc:sldChg chg="addSp delSp modSp new del mod chgLayout">
        <pc:chgData name="Amann, Guillaume J" userId="5c8697d1-60e8-4cfe-afe6-e8ad16fdab20" providerId="ADAL" clId="{993EF238-EB62-994B-B1B7-1A19E5CA8729}" dt="2024-05-24T12:09:38.073" v="2143" actId="2696"/>
        <pc:sldMkLst>
          <pc:docMk/>
          <pc:sldMk cId="3832767415" sldId="403"/>
        </pc:sldMkLst>
        <pc:spChg chg="mod ord">
          <ac:chgData name="Amann, Guillaume J" userId="5c8697d1-60e8-4cfe-afe6-e8ad16fdab20" providerId="ADAL" clId="{993EF238-EB62-994B-B1B7-1A19E5CA8729}" dt="2024-05-24T12:09:32.735" v="2142" actId="6264"/>
          <ac:spMkLst>
            <pc:docMk/>
            <pc:sldMk cId="3832767415" sldId="403"/>
            <ac:spMk id="2" creationId="{FBA7632A-4D16-0F85-8EA7-B0A3EEF1D9E3}"/>
          </ac:spMkLst>
        </pc:spChg>
        <pc:spChg chg="mod ord">
          <ac:chgData name="Amann, Guillaume J" userId="5c8697d1-60e8-4cfe-afe6-e8ad16fdab20" providerId="ADAL" clId="{993EF238-EB62-994B-B1B7-1A19E5CA8729}" dt="2024-05-24T12:09:32.735" v="2142" actId="6264"/>
          <ac:spMkLst>
            <pc:docMk/>
            <pc:sldMk cId="3832767415" sldId="403"/>
            <ac:spMk id="3" creationId="{F3AFB2FF-864C-CB6F-4CC2-AD19C8A3FE4D}"/>
          </ac:spMkLst>
        </pc:spChg>
        <pc:spChg chg="mod ord">
          <ac:chgData name="Amann, Guillaume J" userId="5c8697d1-60e8-4cfe-afe6-e8ad16fdab20" providerId="ADAL" clId="{993EF238-EB62-994B-B1B7-1A19E5CA8729}" dt="2024-05-24T12:09:32.735" v="2142" actId="6264"/>
          <ac:spMkLst>
            <pc:docMk/>
            <pc:sldMk cId="3832767415" sldId="403"/>
            <ac:spMk id="4" creationId="{AA3BF8CA-643A-BE46-E476-E7CE32EFE7E6}"/>
          </ac:spMkLst>
        </pc:spChg>
        <pc:spChg chg="del">
          <ac:chgData name="Amann, Guillaume J" userId="5c8697d1-60e8-4cfe-afe6-e8ad16fdab20" providerId="ADAL" clId="{993EF238-EB62-994B-B1B7-1A19E5CA8729}" dt="2024-05-24T12:09:32.735" v="2142" actId="6264"/>
          <ac:spMkLst>
            <pc:docMk/>
            <pc:sldMk cId="3832767415" sldId="403"/>
            <ac:spMk id="5" creationId="{A70D3B1B-88BE-11F1-7961-EE6758ED9874}"/>
          </ac:spMkLst>
        </pc:spChg>
        <pc:spChg chg="add del mod">
          <ac:chgData name="Amann, Guillaume J" userId="5c8697d1-60e8-4cfe-afe6-e8ad16fdab20" providerId="ADAL" clId="{993EF238-EB62-994B-B1B7-1A19E5CA8729}" dt="2024-05-24T12:09:32.735" v="2142" actId="6264"/>
          <ac:spMkLst>
            <pc:docMk/>
            <pc:sldMk cId="3832767415" sldId="403"/>
            <ac:spMk id="6" creationId="{48BE1DF4-9C4B-FAEF-7CAE-B0D202704B68}"/>
          </ac:spMkLst>
        </pc:spChg>
        <pc:spChg chg="add del mod">
          <ac:chgData name="Amann, Guillaume J" userId="5c8697d1-60e8-4cfe-afe6-e8ad16fdab20" providerId="ADAL" clId="{993EF238-EB62-994B-B1B7-1A19E5CA8729}" dt="2024-05-24T12:09:32.735" v="2142" actId="6264"/>
          <ac:spMkLst>
            <pc:docMk/>
            <pc:sldMk cId="3832767415" sldId="403"/>
            <ac:spMk id="7" creationId="{1C0CD740-1965-2B8F-5BC2-DBBA54B08813}"/>
          </ac:spMkLst>
        </pc:spChg>
        <pc:spChg chg="add del mod">
          <ac:chgData name="Amann, Guillaume J" userId="5c8697d1-60e8-4cfe-afe6-e8ad16fdab20" providerId="ADAL" clId="{993EF238-EB62-994B-B1B7-1A19E5CA8729}" dt="2024-05-24T12:09:32.735" v="2142" actId="6264"/>
          <ac:spMkLst>
            <pc:docMk/>
            <pc:sldMk cId="3832767415" sldId="403"/>
            <ac:spMk id="8" creationId="{074A6F28-9349-9C0D-3507-2606CF99A4A7}"/>
          </ac:spMkLst>
        </pc:spChg>
      </pc:sldChg>
      <pc:sldChg chg="new del">
        <pc:chgData name="Amann, Guillaume J" userId="5c8697d1-60e8-4cfe-afe6-e8ad16fdab20" providerId="ADAL" clId="{993EF238-EB62-994B-B1B7-1A19E5CA8729}" dt="2024-05-24T08:39:56.739" v="1667" actId="2696"/>
        <pc:sldMkLst>
          <pc:docMk/>
          <pc:sldMk cId="4066993092" sldId="403"/>
        </pc:sldMkLst>
      </pc:sldChg>
      <pc:sldChg chg="del">
        <pc:chgData name="Amann, Guillaume J" userId="5c8697d1-60e8-4cfe-afe6-e8ad16fdab20" providerId="ADAL" clId="{993EF238-EB62-994B-B1B7-1A19E5CA8729}" dt="2024-05-24T00:21:52.054" v="262" actId="2696"/>
        <pc:sldMkLst>
          <pc:docMk/>
          <pc:sldMk cId="15479699" sldId="404"/>
        </pc:sldMkLst>
      </pc:sldChg>
      <pc:sldChg chg="new del">
        <pc:chgData name="Amann, Guillaume J" userId="5c8697d1-60e8-4cfe-afe6-e8ad16fdab20" providerId="ADAL" clId="{993EF238-EB62-994B-B1B7-1A19E5CA8729}" dt="2024-05-24T10:52:30.820" v="1813" actId="2696"/>
        <pc:sldMkLst>
          <pc:docMk/>
          <pc:sldMk cId="559368135" sldId="404"/>
        </pc:sldMkLst>
      </pc:sldChg>
      <pc:sldChg chg="new del">
        <pc:chgData name="Amann, Guillaume J" userId="5c8697d1-60e8-4cfe-afe6-e8ad16fdab20" providerId="ADAL" clId="{993EF238-EB62-994B-B1B7-1A19E5CA8729}" dt="2024-05-24T00:12:00.535" v="224" actId="2696"/>
        <pc:sldMkLst>
          <pc:docMk/>
          <pc:sldMk cId="1442642738" sldId="404"/>
        </pc:sldMkLst>
      </pc:sldChg>
      <pc:sldChg chg="new add del">
        <pc:chgData name="Amann, Guillaume J" userId="5c8697d1-60e8-4cfe-afe6-e8ad16fdab20" providerId="ADAL" clId="{993EF238-EB62-994B-B1B7-1A19E5CA8729}" dt="2024-05-24T10:51:35.415" v="1809" actId="680"/>
        <pc:sldMkLst>
          <pc:docMk/>
          <pc:sldMk cId="1857626059" sldId="404"/>
        </pc:sldMkLst>
      </pc:sldChg>
      <pc:sldChg chg="new del">
        <pc:chgData name="Amann, Guillaume J" userId="5c8697d1-60e8-4cfe-afe6-e8ad16fdab20" providerId="ADAL" clId="{993EF238-EB62-994B-B1B7-1A19E5CA8729}" dt="2024-05-24T01:26:21.188" v="339" actId="2696"/>
        <pc:sldMkLst>
          <pc:docMk/>
          <pc:sldMk cId="3295904754" sldId="404"/>
        </pc:sldMkLst>
      </pc:sldChg>
      <pc:sldChg chg="modSp new mod">
        <pc:chgData name="Amann, Guillaume J" userId="5c8697d1-60e8-4cfe-afe6-e8ad16fdab20" providerId="ADAL" clId="{993EF238-EB62-994B-B1B7-1A19E5CA8729}" dt="2024-05-24T12:26:04.559" v="2348" actId="403"/>
        <pc:sldMkLst>
          <pc:docMk/>
          <pc:sldMk cId="4086963771" sldId="404"/>
        </pc:sldMkLst>
        <pc:spChg chg="mod">
          <ac:chgData name="Amann, Guillaume J" userId="5c8697d1-60e8-4cfe-afe6-e8ad16fdab20" providerId="ADAL" clId="{993EF238-EB62-994B-B1B7-1A19E5CA8729}" dt="2024-05-24T12:26:04.559" v="2348" actId="403"/>
          <ac:spMkLst>
            <pc:docMk/>
            <pc:sldMk cId="4086963771" sldId="404"/>
            <ac:spMk id="4" creationId="{764F743A-C0B1-C12A-30EE-DE4162130298}"/>
          </ac:spMkLst>
        </pc:spChg>
      </pc:sldChg>
      <pc:sldChg chg="new add del">
        <pc:chgData name="Amann, Guillaume J" userId="5c8697d1-60e8-4cfe-afe6-e8ad16fdab20" providerId="ADAL" clId="{993EF238-EB62-994B-B1B7-1A19E5CA8729}" dt="2024-05-24T10:51:28.176" v="1808" actId="680"/>
        <pc:sldMkLst>
          <pc:docMk/>
          <pc:sldMk cId="2180888910" sldId="405"/>
        </pc:sldMkLst>
      </pc:sldChg>
      <pc:sldChg chg="addSp modSp new mod">
        <pc:chgData name="Amann, Guillaume J" userId="5c8697d1-60e8-4cfe-afe6-e8ad16fdab20" providerId="ADAL" clId="{993EF238-EB62-994B-B1B7-1A19E5CA8729}" dt="2024-05-24T18:15:53.391" v="2396" actId="14100"/>
        <pc:sldMkLst>
          <pc:docMk/>
          <pc:sldMk cId="2839426043" sldId="405"/>
        </pc:sldMkLst>
        <pc:spChg chg="mod">
          <ac:chgData name="Amann, Guillaume J" userId="5c8697d1-60e8-4cfe-afe6-e8ad16fdab20" providerId="ADAL" clId="{993EF238-EB62-994B-B1B7-1A19E5CA8729}" dt="2024-05-24T18:15:53.391" v="2396" actId="14100"/>
          <ac:spMkLst>
            <pc:docMk/>
            <pc:sldMk cId="2839426043" sldId="405"/>
            <ac:spMk id="3" creationId="{879B5A1C-51D6-A473-F04B-7C8572E1F686}"/>
          </ac:spMkLst>
        </pc:spChg>
        <pc:spChg chg="mod">
          <ac:chgData name="Amann, Guillaume J" userId="5c8697d1-60e8-4cfe-afe6-e8ad16fdab20" providerId="ADAL" clId="{993EF238-EB62-994B-B1B7-1A19E5CA8729}" dt="2024-05-24T18:15:45.437" v="2393"/>
          <ac:spMkLst>
            <pc:docMk/>
            <pc:sldMk cId="2839426043" sldId="405"/>
            <ac:spMk id="7" creationId="{BD2C6D83-1BF8-0A04-6068-128AD3799193}"/>
          </ac:spMkLst>
        </pc:spChg>
        <pc:spChg chg="mod">
          <ac:chgData name="Amann, Guillaume J" userId="5c8697d1-60e8-4cfe-afe6-e8ad16fdab20" providerId="ADAL" clId="{993EF238-EB62-994B-B1B7-1A19E5CA8729}" dt="2024-05-24T18:15:45.437" v="2393"/>
          <ac:spMkLst>
            <pc:docMk/>
            <pc:sldMk cId="2839426043" sldId="405"/>
            <ac:spMk id="8" creationId="{59AE5E5E-19FD-1E9F-A936-9FE0C332E9FC}"/>
          </ac:spMkLst>
        </pc:spChg>
        <pc:spChg chg="mod">
          <ac:chgData name="Amann, Guillaume J" userId="5c8697d1-60e8-4cfe-afe6-e8ad16fdab20" providerId="ADAL" clId="{993EF238-EB62-994B-B1B7-1A19E5CA8729}" dt="2024-05-24T18:15:45.437" v="2393"/>
          <ac:spMkLst>
            <pc:docMk/>
            <pc:sldMk cId="2839426043" sldId="405"/>
            <ac:spMk id="12" creationId="{5CEE3DE7-8383-0443-CE51-5D322CC0F44D}"/>
          </ac:spMkLst>
        </pc:spChg>
        <pc:spChg chg="mod">
          <ac:chgData name="Amann, Guillaume J" userId="5c8697d1-60e8-4cfe-afe6-e8ad16fdab20" providerId="ADAL" clId="{993EF238-EB62-994B-B1B7-1A19E5CA8729}" dt="2024-05-24T18:15:45.437" v="2393"/>
          <ac:spMkLst>
            <pc:docMk/>
            <pc:sldMk cId="2839426043" sldId="405"/>
            <ac:spMk id="13" creationId="{F6686BBF-908B-BE2E-BA31-6E309996705C}"/>
          </ac:spMkLst>
        </pc:spChg>
        <pc:grpChg chg="add mod">
          <ac:chgData name="Amann, Guillaume J" userId="5c8697d1-60e8-4cfe-afe6-e8ad16fdab20" providerId="ADAL" clId="{993EF238-EB62-994B-B1B7-1A19E5CA8729}" dt="2024-05-24T18:15:45.437" v="2393"/>
          <ac:grpSpMkLst>
            <pc:docMk/>
            <pc:sldMk cId="2839426043" sldId="405"/>
            <ac:grpSpMk id="5" creationId="{E3C7A27E-C8C8-5FD4-8DEC-FF74061175CE}"/>
          </ac:grpSpMkLst>
        </pc:grpChg>
        <pc:picChg chg="mod">
          <ac:chgData name="Amann, Guillaume J" userId="5c8697d1-60e8-4cfe-afe6-e8ad16fdab20" providerId="ADAL" clId="{993EF238-EB62-994B-B1B7-1A19E5CA8729}" dt="2024-05-24T18:15:45.437" v="2393"/>
          <ac:picMkLst>
            <pc:docMk/>
            <pc:sldMk cId="2839426043" sldId="405"/>
            <ac:picMk id="6" creationId="{BD7BAACC-C192-5E0E-95BE-2F7F949214D0}"/>
          </ac:picMkLst>
        </pc:picChg>
        <pc:picChg chg="mod">
          <ac:chgData name="Amann, Guillaume J" userId="5c8697d1-60e8-4cfe-afe6-e8ad16fdab20" providerId="ADAL" clId="{993EF238-EB62-994B-B1B7-1A19E5CA8729}" dt="2024-05-24T18:15:45.437" v="2393"/>
          <ac:picMkLst>
            <pc:docMk/>
            <pc:sldMk cId="2839426043" sldId="405"/>
            <ac:picMk id="9" creationId="{3FE22848-BAC1-2C22-7E30-11866A148500}"/>
          </ac:picMkLst>
        </pc:picChg>
        <pc:picChg chg="mod">
          <ac:chgData name="Amann, Guillaume J" userId="5c8697d1-60e8-4cfe-afe6-e8ad16fdab20" providerId="ADAL" clId="{993EF238-EB62-994B-B1B7-1A19E5CA8729}" dt="2024-05-24T18:15:45.437" v="2393"/>
          <ac:picMkLst>
            <pc:docMk/>
            <pc:sldMk cId="2839426043" sldId="405"/>
            <ac:picMk id="10" creationId="{7C299CC3-3D25-7E10-5C7B-61D2D17DACFA}"/>
          </ac:picMkLst>
        </pc:picChg>
        <pc:picChg chg="mod">
          <ac:chgData name="Amann, Guillaume J" userId="5c8697d1-60e8-4cfe-afe6-e8ad16fdab20" providerId="ADAL" clId="{993EF238-EB62-994B-B1B7-1A19E5CA8729}" dt="2024-05-24T18:15:45.437" v="2393"/>
          <ac:picMkLst>
            <pc:docMk/>
            <pc:sldMk cId="2839426043" sldId="405"/>
            <ac:picMk id="11" creationId="{E56E4DAD-80D8-E1F8-C236-D5CC1A95A3FC}"/>
          </ac:picMkLst>
        </pc:picChg>
      </pc:sldChg>
      <pc:sldMasterChg chg="addSp delSp modSp mod addSldLayout modSldLayout">
        <pc:chgData name="Amann, Guillaume J" userId="5c8697d1-60e8-4cfe-afe6-e8ad16fdab20" providerId="ADAL" clId="{993EF238-EB62-994B-B1B7-1A19E5CA8729}" dt="2024-05-27T13:31:02.837" v="2862" actId="34135"/>
        <pc:sldMasterMkLst>
          <pc:docMk/>
          <pc:sldMasterMk cId="0" sldId="2147483648"/>
        </pc:sldMasterMkLst>
        <pc:spChg chg="del mod">
          <ac:chgData name="Amann, Guillaume J" userId="5c8697d1-60e8-4cfe-afe6-e8ad16fdab20" providerId="ADAL" clId="{993EF238-EB62-994B-B1B7-1A19E5CA8729}" dt="2024-05-23T21:34:43.631" v="6" actId="478"/>
          <ac:spMkLst>
            <pc:docMk/>
            <pc:sldMasterMk cId="0" sldId="2147483648"/>
            <ac:spMk id="2" creationId="{00000000-0000-0000-0000-000000000000}"/>
          </ac:spMkLst>
        </pc:spChg>
        <pc:spChg chg="add del mod">
          <ac:chgData name="Amann, Guillaume J" userId="5c8697d1-60e8-4cfe-afe6-e8ad16fdab20" providerId="ADAL" clId="{993EF238-EB62-994B-B1B7-1A19E5CA8729}" dt="2024-05-24T00:04:58.910" v="139" actId="21"/>
          <ac:spMkLst>
            <pc:docMk/>
            <pc:sldMasterMk cId="0" sldId="2147483648"/>
            <ac:spMk id="2" creationId="{0D28C343-42DC-8F41-5213-ABE3A7077BF5}"/>
          </ac:spMkLst>
        </pc:spChg>
        <pc:spChg chg="add del mod">
          <ac:chgData name="Amann, Guillaume J" userId="5c8697d1-60e8-4cfe-afe6-e8ad16fdab20" providerId="ADAL" clId="{993EF238-EB62-994B-B1B7-1A19E5CA8729}" dt="2024-05-24T08:09:42.943" v="349"/>
          <ac:spMkLst>
            <pc:docMk/>
            <pc:sldMasterMk cId="0" sldId="2147483648"/>
            <ac:spMk id="2" creationId="{16770EDE-4892-43B3-AEB4-30079FA7051C}"/>
          </ac:spMkLst>
        </pc:spChg>
        <pc:spChg chg="add del mod">
          <ac:chgData name="Amann, Guillaume J" userId="5c8697d1-60e8-4cfe-afe6-e8ad16fdab20" providerId="ADAL" clId="{993EF238-EB62-994B-B1B7-1A19E5CA8729}" dt="2024-05-24T00:11:17.691" v="209"/>
          <ac:spMkLst>
            <pc:docMk/>
            <pc:sldMasterMk cId="0" sldId="2147483648"/>
            <ac:spMk id="2" creationId="{783EE664-997D-5731-EC14-E0DF5AC77226}"/>
          </ac:spMkLst>
        </pc:spChg>
        <pc:spChg chg="mod">
          <ac:chgData name="Amann, Guillaume J" userId="5c8697d1-60e8-4cfe-afe6-e8ad16fdab20" providerId="ADAL" clId="{993EF238-EB62-994B-B1B7-1A19E5CA8729}" dt="2024-05-23T21:32:26.977" v="1"/>
          <ac:spMkLst>
            <pc:docMk/>
            <pc:sldMasterMk cId="0" sldId="2147483648"/>
            <ac:spMk id="3" creationId="{00000000-0000-0000-0000-000000000000}"/>
          </ac:spMkLst>
        </pc:spChg>
        <pc:spChg chg="del mod">
          <ac:chgData name="Amann, Guillaume J" userId="5c8697d1-60e8-4cfe-afe6-e8ad16fdab20" providerId="ADAL" clId="{993EF238-EB62-994B-B1B7-1A19E5CA8729}" dt="2024-05-24T00:07:24.170" v="174" actId="21"/>
          <ac:spMkLst>
            <pc:docMk/>
            <pc:sldMasterMk cId="0" sldId="2147483648"/>
            <ac:spMk id="5" creationId="{00000000-0000-0000-0000-000000000000}"/>
          </ac:spMkLst>
        </pc:spChg>
        <pc:spChg chg="del">
          <ac:chgData name="Amann, Guillaume J" userId="5c8697d1-60e8-4cfe-afe6-e8ad16fdab20" providerId="ADAL" clId="{993EF238-EB62-994B-B1B7-1A19E5CA8729}" dt="2024-05-24T08:15:30.348" v="393" actId="478"/>
          <ac:spMkLst>
            <pc:docMk/>
            <pc:sldMasterMk cId="0" sldId="2147483648"/>
            <ac:spMk id="5" creationId="{9FBFA35B-8EFE-E873-2A0C-7839C2AE8BB8}"/>
          </ac:spMkLst>
        </pc:spChg>
        <pc:spChg chg="add del mod">
          <ac:chgData name="Amann, Guillaume J" userId="5c8697d1-60e8-4cfe-afe6-e8ad16fdab20" providerId="ADAL" clId="{993EF238-EB62-994B-B1B7-1A19E5CA8729}" dt="2024-05-24T00:16:03.365" v="252" actId="478"/>
          <ac:spMkLst>
            <pc:docMk/>
            <pc:sldMasterMk cId="0" sldId="2147483648"/>
            <ac:spMk id="5" creationId="{C6AA5297-A502-3909-A6EC-DADC61569546}"/>
          </ac:spMkLst>
        </pc:spChg>
        <pc:spChg chg="del mod">
          <ac:chgData name="Amann, Guillaume J" userId="5c8697d1-60e8-4cfe-afe6-e8ad16fdab20" providerId="ADAL" clId="{993EF238-EB62-994B-B1B7-1A19E5CA8729}" dt="2024-05-24T08:15:38.301" v="395" actId="478"/>
          <ac:spMkLst>
            <pc:docMk/>
            <pc:sldMasterMk cId="0" sldId="2147483648"/>
            <ac:spMk id="6" creationId="{00000000-0000-0000-0000-000000000000}"/>
          </ac:spMkLst>
        </pc:spChg>
        <pc:spChg chg="add mod">
          <ac:chgData name="Amann, Guillaume J" userId="5c8697d1-60e8-4cfe-afe6-e8ad16fdab20" providerId="ADAL" clId="{993EF238-EB62-994B-B1B7-1A19E5CA8729}" dt="2024-05-23T21:35:41.288" v="11" actId="1076"/>
          <ac:spMkLst>
            <pc:docMk/>
            <pc:sldMasterMk cId="0" sldId="2147483648"/>
            <ac:spMk id="7" creationId="{490F1FAC-3752-646E-84D9-AD26DB5C189B}"/>
          </ac:spMkLst>
        </pc:spChg>
        <pc:spChg chg="mod">
          <ac:chgData name="Amann, Guillaume J" userId="5c8697d1-60e8-4cfe-afe6-e8ad16fdab20" providerId="ADAL" clId="{993EF238-EB62-994B-B1B7-1A19E5CA8729}" dt="2024-05-23T21:32:26.977" v="1"/>
          <ac:spMkLst>
            <pc:docMk/>
            <pc:sldMasterMk cId="0" sldId="2147483648"/>
            <ac:spMk id="8" creationId="{00000000-0000-0000-0000-000000000000}"/>
          </ac:spMkLst>
        </pc:spChg>
        <pc:spChg chg="mod">
          <ac:chgData name="Amann, Guillaume J" userId="5c8697d1-60e8-4cfe-afe6-e8ad16fdab20" providerId="ADAL" clId="{993EF238-EB62-994B-B1B7-1A19E5CA8729}" dt="2024-05-23T21:32:26.977" v="1"/>
          <ac:spMkLst>
            <pc:docMk/>
            <pc:sldMasterMk cId="0" sldId="2147483648"/>
            <ac:spMk id="9" creationId="{00000000-0000-0000-0000-000000000000}"/>
          </ac:spMkLst>
        </pc:spChg>
        <pc:spChg chg="add mod">
          <ac:chgData name="Amann, Guillaume J" userId="5c8697d1-60e8-4cfe-afe6-e8ad16fdab20" providerId="ADAL" clId="{993EF238-EB62-994B-B1B7-1A19E5CA8729}" dt="2024-05-23T21:35:43.891" v="12" actId="1076"/>
          <ac:spMkLst>
            <pc:docMk/>
            <pc:sldMasterMk cId="0" sldId="2147483648"/>
            <ac:spMk id="10" creationId="{E6DB9623-B601-8C86-D6EF-3F1EDB79BE3A}"/>
          </ac:spMkLst>
        </pc:spChg>
        <pc:spChg chg="add del mod">
          <ac:chgData name="Amann, Guillaume J" userId="5c8697d1-60e8-4cfe-afe6-e8ad16fdab20" providerId="ADAL" clId="{993EF238-EB62-994B-B1B7-1A19E5CA8729}" dt="2024-05-24T08:12:12.607" v="355" actId="21"/>
          <ac:spMkLst>
            <pc:docMk/>
            <pc:sldMasterMk cId="0" sldId="2147483648"/>
            <ac:spMk id="11" creationId="{1CACB66D-65EC-03B9-12F3-D6939B1BBD78}"/>
          </ac:spMkLst>
        </pc:spChg>
        <pc:spChg chg="add del mod">
          <ac:chgData name="Amann, Guillaume J" userId="5c8697d1-60e8-4cfe-afe6-e8ad16fdab20" providerId="ADAL" clId="{993EF238-EB62-994B-B1B7-1A19E5CA8729}" dt="2024-05-24T00:07:37.349" v="178" actId="21"/>
          <ac:spMkLst>
            <pc:docMk/>
            <pc:sldMasterMk cId="0" sldId="2147483648"/>
            <ac:spMk id="11" creationId="{7DA8CB19-D628-1458-A968-54CC78EA440C}"/>
          </ac:spMkLst>
        </pc:spChg>
        <pc:spChg chg="add del mod">
          <ac:chgData name="Amann, Guillaume J" userId="5c8697d1-60e8-4cfe-afe6-e8ad16fdab20" providerId="ADAL" clId="{993EF238-EB62-994B-B1B7-1A19E5CA8729}" dt="2024-05-23T23:54:42.017" v="93" actId="478"/>
          <ac:spMkLst>
            <pc:docMk/>
            <pc:sldMasterMk cId="0" sldId="2147483648"/>
            <ac:spMk id="11" creationId="{D39D7840-4D95-8DA4-5B7C-E4A49A2C092E}"/>
          </ac:spMkLst>
        </pc:spChg>
        <pc:spChg chg="mod">
          <ac:chgData name="Amann, Guillaume J" userId="5c8697d1-60e8-4cfe-afe6-e8ad16fdab20" providerId="ADAL" clId="{993EF238-EB62-994B-B1B7-1A19E5CA8729}" dt="2024-05-23T21:32:26.977" v="1"/>
          <ac:spMkLst>
            <pc:docMk/>
            <pc:sldMasterMk cId="0" sldId="2147483648"/>
            <ac:spMk id="12" creationId="{00000000-0000-0000-0000-000000000000}"/>
          </ac:spMkLst>
        </pc:spChg>
        <pc:spChg chg="mod">
          <ac:chgData name="Amann, Guillaume J" userId="5c8697d1-60e8-4cfe-afe6-e8ad16fdab20" providerId="ADAL" clId="{993EF238-EB62-994B-B1B7-1A19E5CA8729}" dt="2024-05-23T21:32:26.977" v="1"/>
          <ac:spMkLst>
            <pc:docMk/>
            <pc:sldMasterMk cId="0" sldId="2147483648"/>
            <ac:spMk id="13" creationId="{00000000-0000-0000-0000-000000000000}"/>
          </ac:spMkLst>
        </pc:spChg>
        <pc:spChg chg="mod">
          <ac:chgData name="Amann, Guillaume J" userId="5c8697d1-60e8-4cfe-afe6-e8ad16fdab20" providerId="ADAL" clId="{993EF238-EB62-994B-B1B7-1A19E5CA8729}" dt="2024-05-23T21:32:26.977" v="1"/>
          <ac:spMkLst>
            <pc:docMk/>
            <pc:sldMasterMk cId="0" sldId="2147483648"/>
            <ac:spMk id="14" creationId="{00000000-0000-0000-0000-000000000000}"/>
          </ac:spMkLst>
        </pc:spChg>
        <pc:spChg chg="mod">
          <ac:chgData name="Amann, Guillaume J" userId="5c8697d1-60e8-4cfe-afe6-e8ad16fdab20" providerId="ADAL" clId="{993EF238-EB62-994B-B1B7-1A19E5CA8729}" dt="2024-05-23T21:32:26.977" v="1"/>
          <ac:spMkLst>
            <pc:docMk/>
            <pc:sldMasterMk cId="0" sldId="2147483648"/>
            <ac:spMk id="15" creationId="{00000000-0000-0000-0000-000000000000}"/>
          </ac:spMkLst>
        </pc:spChg>
        <pc:spChg chg="del">
          <ac:chgData name="Amann, Guillaume J" userId="5c8697d1-60e8-4cfe-afe6-e8ad16fdab20" providerId="ADAL" clId="{993EF238-EB62-994B-B1B7-1A19E5CA8729}" dt="2024-05-24T08:15:34.092" v="394" actId="478"/>
          <ac:spMkLst>
            <pc:docMk/>
            <pc:sldMasterMk cId="0" sldId="2147483648"/>
            <ac:spMk id="16" creationId="{C7D9E8B1-3AF4-B02F-DCDD-F87D9BB43D30}"/>
          </ac:spMkLst>
        </pc:spChg>
        <pc:spChg chg="add del mod">
          <ac:chgData name="Amann, Guillaume J" userId="5c8697d1-60e8-4cfe-afe6-e8ad16fdab20" providerId="ADAL" clId="{993EF238-EB62-994B-B1B7-1A19E5CA8729}" dt="2024-05-24T00:02:43.037" v="132" actId="21"/>
          <ac:spMkLst>
            <pc:docMk/>
            <pc:sldMasterMk cId="0" sldId="2147483648"/>
            <ac:spMk id="16" creationId="{F37458EE-3C5A-C724-2637-0560DAAF140B}"/>
          </ac:spMkLst>
        </pc:spChg>
        <pc:spChg chg="add del mod">
          <ac:chgData name="Amann, Guillaume J" userId="5c8697d1-60e8-4cfe-afe6-e8ad16fdab20" providerId="ADAL" clId="{993EF238-EB62-994B-B1B7-1A19E5CA8729}" dt="2024-05-24T08:12:35.964" v="358" actId="478"/>
          <ac:spMkLst>
            <pc:docMk/>
            <pc:sldMasterMk cId="0" sldId="2147483648"/>
            <ac:spMk id="18" creationId="{D006E649-6FD7-2848-578A-1D7AD3534DEA}"/>
          </ac:spMkLst>
        </pc:spChg>
        <pc:spChg chg="add del mod">
          <ac:chgData name="Amann, Guillaume J" userId="5c8697d1-60e8-4cfe-afe6-e8ad16fdab20" providerId="ADAL" clId="{993EF238-EB62-994B-B1B7-1A19E5CA8729}" dt="2024-05-24T08:29:28.994" v="1652" actId="21"/>
          <ac:spMkLst>
            <pc:docMk/>
            <pc:sldMasterMk cId="0" sldId="2147483648"/>
            <ac:spMk id="20" creationId="{56D9287A-4E25-3C13-504A-BA9B1D24E0ED}"/>
          </ac:spMkLst>
        </pc:spChg>
        <pc:spChg chg="add del mod">
          <ac:chgData name="Amann, Guillaume J" userId="5c8697d1-60e8-4cfe-afe6-e8ad16fdab20" providerId="ADAL" clId="{993EF238-EB62-994B-B1B7-1A19E5CA8729}" dt="2024-05-24T08:29:28.994" v="1652" actId="21"/>
          <ac:spMkLst>
            <pc:docMk/>
            <pc:sldMasterMk cId="0" sldId="2147483648"/>
            <ac:spMk id="21" creationId="{D96D1021-6F76-C930-F9ED-6CEF16DED299}"/>
          </ac:spMkLst>
        </pc:spChg>
        <pc:spChg chg="add del mod">
          <ac:chgData name="Amann, Guillaume J" userId="5c8697d1-60e8-4cfe-afe6-e8ad16fdab20" providerId="ADAL" clId="{993EF238-EB62-994B-B1B7-1A19E5CA8729}" dt="2024-05-24T08:29:28.994" v="1652" actId="21"/>
          <ac:spMkLst>
            <pc:docMk/>
            <pc:sldMasterMk cId="0" sldId="2147483648"/>
            <ac:spMk id="22" creationId="{F1EFD6AC-B5DC-B17A-9E3C-74A9BA48695A}"/>
          </ac:spMkLst>
        </pc:spChg>
        <pc:spChg chg="add del mod">
          <ac:chgData name="Amann, Guillaume J" userId="5c8697d1-60e8-4cfe-afe6-e8ad16fdab20" providerId="ADAL" clId="{993EF238-EB62-994B-B1B7-1A19E5CA8729}" dt="2024-05-24T12:03:25.797" v="2070" actId="478"/>
          <ac:spMkLst>
            <pc:docMk/>
            <pc:sldMasterMk cId="0" sldId="2147483648"/>
            <ac:spMk id="23" creationId="{03D17396-5BC3-089E-8483-51A211423639}"/>
          </ac:spMkLst>
        </pc:spChg>
        <pc:spChg chg="add mod">
          <ac:chgData name="Amann, Guillaume J" userId="5c8697d1-60e8-4cfe-afe6-e8ad16fdab20" providerId="ADAL" clId="{993EF238-EB62-994B-B1B7-1A19E5CA8729}" dt="2024-05-27T13:31:02.837" v="2862" actId="34135"/>
          <ac:spMkLst>
            <pc:docMk/>
            <pc:sldMasterMk cId="0" sldId="2147483648"/>
            <ac:spMk id="24" creationId="{F7D28A59-A5CF-3DF0-193B-92B17FC4881C}"/>
          </ac:spMkLst>
        </pc:spChg>
        <pc:spChg chg="del mod">
          <ac:chgData name="Amann, Guillaume J" userId="5c8697d1-60e8-4cfe-afe6-e8ad16fdab20" providerId="ADAL" clId="{993EF238-EB62-994B-B1B7-1A19E5CA8729}" dt="2024-05-23T21:43:29.122" v="23" actId="478"/>
          <ac:spMkLst>
            <pc:docMk/>
            <pc:sldMasterMk cId="0" sldId="2147483648"/>
            <ac:spMk id="6146" creationId="{00000000-0000-0000-0000-000000000000}"/>
          </ac:spMkLst>
        </pc:spChg>
        <pc:spChg chg="del mod">
          <ac:chgData name="Amann, Guillaume J" userId="5c8697d1-60e8-4cfe-afe6-e8ad16fdab20" providerId="ADAL" clId="{993EF238-EB62-994B-B1B7-1A19E5CA8729}" dt="2024-05-24T00:02:40.065" v="131" actId="478"/>
          <ac:spMkLst>
            <pc:docMk/>
            <pc:sldMasterMk cId="0" sldId="2147483648"/>
            <ac:spMk id="6147" creationId="{00000000-0000-0000-0000-000000000000}"/>
          </ac:spMkLst>
        </pc:spChg>
        <pc:picChg chg="add del mod">
          <ac:chgData name="Amann, Guillaume J" userId="5c8697d1-60e8-4cfe-afe6-e8ad16fdab20" providerId="ADAL" clId="{993EF238-EB62-994B-B1B7-1A19E5CA8729}" dt="2024-05-24T08:18:22.412" v="405" actId="478"/>
          <ac:picMkLst>
            <pc:docMk/>
            <pc:sldMasterMk cId="0" sldId="2147483648"/>
            <ac:picMk id="4" creationId="{8FDA9A38-5D6A-4831-3860-4158043CE7AF}"/>
          </ac:picMkLst>
        </pc:picChg>
        <pc:picChg chg="add del mod">
          <ac:chgData name="Amann, Guillaume J" userId="5c8697d1-60e8-4cfe-afe6-e8ad16fdab20" providerId="ADAL" clId="{993EF238-EB62-994B-B1B7-1A19E5CA8729}" dt="2024-05-24T08:26:23.400" v="1614" actId="478"/>
          <ac:picMkLst>
            <pc:docMk/>
            <pc:sldMasterMk cId="0" sldId="2147483648"/>
            <ac:picMk id="19" creationId="{1EB7A6C0-6E34-3E95-8923-12A89C20DF64}"/>
          </ac:picMkLst>
        </pc:picChg>
        <pc:picChg chg="add del mod">
          <ac:chgData name="Amann, Guillaume J" userId="5c8697d1-60e8-4cfe-afe6-e8ad16fdab20" providerId="ADAL" clId="{993EF238-EB62-994B-B1B7-1A19E5CA8729}" dt="2024-05-24T08:29:28.994" v="1652" actId="21"/>
          <ac:picMkLst>
            <pc:docMk/>
            <pc:sldMasterMk cId="0" sldId="2147483648"/>
            <ac:picMk id="1026" creationId="{A99EDD00-F3ED-A537-BAF9-BA55AFFC64DC}"/>
          </ac:picMkLst>
        </pc:picChg>
        <pc:cxnChg chg="add del mod">
          <ac:chgData name="Amann, Guillaume J" userId="5c8697d1-60e8-4cfe-afe6-e8ad16fdab20" providerId="ADAL" clId="{993EF238-EB62-994B-B1B7-1A19E5CA8729}" dt="2024-05-24T08:12:22.271" v="357" actId="478"/>
          <ac:cxnSpMkLst>
            <pc:docMk/>
            <pc:sldMasterMk cId="0" sldId="2147483648"/>
            <ac:cxnSpMk id="17" creationId="{0A8121C9-53FA-6242-2F30-0ACA18B15442}"/>
          </ac:cxnSpMkLst>
        </pc:cxnChg>
        <pc:sldLayoutChg chg="addSp delSp modSp mod">
          <pc:chgData name="Amann, Guillaume J" userId="5c8697d1-60e8-4cfe-afe6-e8ad16fdab20" providerId="ADAL" clId="{993EF238-EB62-994B-B1B7-1A19E5CA8729}" dt="2024-05-27T10:15:18.995" v="2679" actId="692"/>
          <pc:sldLayoutMkLst>
            <pc:docMk/>
            <pc:sldMasterMk cId="0" sldId="2147483648"/>
            <pc:sldLayoutMk cId="0" sldId="2147483951"/>
          </pc:sldLayoutMkLst>
          <pc:spChg chg="del mod">
            <ac:chgData name="Amann, Guillaume J" userId="5c8697d1-60e8-4cfe-afe6-e8ad16fdab20" providerId="ADAL" clId="{993EF238-EB62-994B-B1B7-1A19E5CA8729}" dt="2024-05-23T23:57:14.799" v="107" actId="478"/>
            <ac:spMkLst>
              <pc:docMk/>
              <pc:sldMasterMk cId="0" sldId="2147483648"/>
              <pc:sldLayoutMk cId="0" sldId="2147483951"/>
              <ac:spMk id="2" creationId="{00000000-0000-0000-0000-000000000000}"/>
            </ac:spMkLst>
          </pc:spChg>
          <pc:spChg chg="add del mod">
            <ac:chgData name="Amann, Guillaume J" userId="5c8697d1-60e8-4cfe-afe6-e8ad16fdab20" providerId="ADAL" clId="{993EF238-EB62-994B-B1B7-1A19E5CA8729}" dt="2024-05-24T08:06:58.151" v="346" actId="478"/>
            <ac:spMkLst>
              <pc:docMk/>
              <pc:sldMasterMk cId="0" sldId="2147483648"/>
              <pc:sldLayoutMk cId="0" sldId="2147483951"/>
              <ac:spMk id="2" creationId="{167E6018-86DB-21F8-685B-2E5164C20C38}"/>
            </ac:spMkLst>
          </pc:spChg>
          <pc:spChg chg="del mod">
            <ac:chgData name="Amann, Guillaume J" userId="5c8697d1-60e8-4cfe-afe6-e8ad16fdab20" providerId="ADAL" clId="{993EF238-EB62-994B-B1B7-1A19E5CA8729}" dt="2024-05-23T23:57:16.239" v="108" actId="478"/>
            <ac:spMkLst>
              <pc:docMk/>
              <pc:sldMasterMk cId="0" sldId="2147483648"/>
              <pc:sldLayoutMk cId="0" sldId="2147483951"/>
              <ac:spMk id="3" creationId="{00000000-0000-0000-0000-000000000000}"/>
            </ac:spMkLst>
          </pc:spChg>
          <pc:spChg chg="add del mod">
            <ac:chgData name="Amann, Guillaume J" userId="5c8697d1-60e8-4cfe-afe6-e8ad16fdab20" providerId="ADAL" clId="{993EF238-EB62-994B-B1B7-1A19E5CA8729}" dt="2024-05-24T00:20:39.625" v="259" actId="478"/>
            <ac:spMkLst>
              <pc:docMk/>
              <pc:sldMasterMk cId="0" sldId="2147483648"/>
              <pc:sldLayoutMk cId="0" sldId="2147483951"/>
              <ac:spMk id="3" creationId="{5B9A92EB-6498-0C20-4593-38790D1E1CC8}"/>
            </ac:spMkLst>
          </pc:spChg>
          <pc:spChg chg="add del mod">
            <ac:chgData name="Amann, Guillaume J" userId="5c8697d1-60e8-4cfe-afe6-e8ad16fdab20" providerId="ADAL" clId="{993EF238-EB62-994B-B1B7-1A19E5CA8729}" dt="2024-05-24T00:07:34.136" v="176" actId="21"/>
            <ac:spMkLst>
              <pc:docMk/>
              <pc:sldMasterMk cId="0" sldId="2147483648"/>
              <pc:sldLayoutMk cId="0" sldId="2147483951"/>
              <ac:spMk id="3" creationId="{8409E58F-4A7E-508F-487C-67BF70F6D20D}"/>
            </ac:spMkLst>
          </pc:spChg>
          <pc:spChg chg="add del mod">
            <ac:chgData name="Amann, Guillaume J" userId="5c8697d1-60e8-4cfe-afe6-e8ad16fdab20" providerId="ADAL" clId="{993EF238-EB62-994B-B1B7-1A19E5CA8729}" dt="2024-05-23T21:35:25.914" v="9" actId="478"/>
            <ac:spMkLst>
              <pc:docMk/>
              <pc:sldMasterMk cId="0" sldId="2147483648"/>
              <pc:sldLayoutMk cId="0" sldId="2147483951"/>
              <ac:spMk id="4" creationId="{141E94CA-A4E1-A6C3-A2DC-DB3336915EE2}"/>
            </ac:spMkLst>
          </pc:spChg>
          <pc:spChg chg="add del mod">
            <ac:chgData name="Amann, Guillaume J" userId="5c8697d1-60e8-4cfe-afe6-e8ad16fdab20" providerId="ADAL" clId="{993EF238-EB62-994B-B1B7-1A19E5CA8729}" dt="2024-05-24T00:02:48.684" v="134" actId="478"/>
            <ac:spMkLst>
              <pc:docMk/>
              <pc:sldMasterMk cId="0" sldId="2147483648"/>
              <pc:sldLayoutMk cId="0" sldId="2147483951"/>
              <ac:spMk id="4" creationId="{9F1EBE3D-5C88-CF9B-7A91-0B1BA179C963}"/>
            </ac:spMkLst>
          </pc:spChg>
          <pc:spChg chg="add del mod">
            <ac:chgData name="Amann, Guillaume J" userId="5c8697d1-60e8-4cfe-afe6-e8ad16fdab20" providerId="ADAL" clId="{993EF238-EB62-994B-B1B7-1A19E5CA8729}" dt="2024-05-24T12:03:18.328" v="2068" actId="478"/>
            <ac:spMkLst>
              <pc:docMk/>
              <pc:sldMasterMk cId="0" sldId="2147483648"/>
              <pc:sldLayoutMk cId="0" sldId="2147483951"/>
              <ac:spMk id="4" creationId="{E00F5C79-BE29-1BA5-0693-16E485FF3306}"/>
            </ac:spMkLst>
          </pc:spChg>
          <pc:spChg chg="add del mod">
            <ac:chgData name="Amann, Guillaume J" userId="5c8697d1-60e8-4cfe-afe6-e8ad16fdab20" providerId="ADAL" clId="{993EF238-EB62-994B-B1B7-1A19E5CA8729}" dt="2024-05-24T00:17:43.257" v="257" actId="478"/>
            <ac:spMkLst>
              <pc:docMk/>
              <pc:sldMasterMk cId="0" sldId="2147483648"/>
              <pc:sldLayoutMk cId="0" sldId="2147483951"/>
              <ac:spMk id="5" creationId="{888EAD27-8709-CDDC-41B6-63A351F3E820}"/>
            </ac:spMkLst>
          </pc:spChg>
          <pc:spChg chg="add del mod">
            <ac:chgData name="Amann, Guillaume J" userId="5c8697d1-60e8-4cfe-afe6-e8ad16fdab20" providerId="ADAL" clId="{993EF238-EB62-994B-B1B7-1A19E5CA8729}" dt="2024-05-24T00:20:41.909" v="261"/>
            <ac:spMkLst>
              <pc:docMk/>
              <pc:sldMasterMk cId="0" sldId="2147483648"/>
              <pc:sldLayoutMk cId="0" sldId="2147483951"/>
              <ac:spMk id="5" creationId="{9FA2D53F-E476-37D2-1EB6-161C3FE910E3}"/>
            </ac:spMkLst>
          </pc:spChg>
          <pc:spChg chg="add del">
            <ac:chgData name="Amann, Guillaume J" userId="5c8697d1-60e8-4cfe-afe6-e8ad16fdab20" providerId="ADAL" clId="{993EF238-EB62-994B-B1B7-1A19E5CA8729}" dt="2024-05-24T00:25:33.894" v="271" actId="11529"/>
            <ac:spMkLst>
              <pc:docMk/>
              <pc:sldMasterMk cId="0" sldId="2147483648"/>
              <pc:sldLayoutMk cId="0" sldId="2147483951"/>
              <ac:spMk id="6" creationId="{E8D83B3A-1A10-6666-33CB-8B129CF37BD2}"/>
            </ac:spMkLst>
          </pc:spChg>
          <pc:spChg chg="add del mod">
            <ac:chgData name="Amann, Guillaume J" userId="5c8697d1-60e8-4cfe-afe6-e8ad16fdab20" providerId="ADAL" clId="{993EF238-EB62-994B-B1B7-1A19E5CA8729}" dt="2024-05-24T00:17:41.142" v="256" actId="478"/>
            <ac:spMkLst>
              <pc:docMk/>
              <pc:sldMasterMk cId="0" sldId="2147483648"/>
              <pc:sldLayoutMk cId="0" sldId="2147483951"/>
              <ac:spMk id="6" creationId="{FCA84387-59C6-9058-80BF-DF3EF5B2083B}"/>
            </ac:spMkLst>
          </pc:spChg>
          <pc:spChg chg="add del mod">
            <ac:chgData name="Amann, Guillaume J" userId="5c8697d1-60e8-4cfe-afe6-e8ad16fdab20" providerId="ADAL" clId="{993EF238-EB62-994B-B1B7-1A19E5CA8729}" dt="2024-05-24T11:49:39.455" v="1963" actId="478"/>
            <ac:spMkLst>
              <pc:docMk/>
              <pc:sldMasterMk cId="0" sldId="2147483648"/>
              <pc:sldLayoutMk cId="0" sldId="2147483951"/>
              <ac:spMk id="7" creationId="{2BDCC864-9483-6A39-E56E-A0E3ED695106}"/>
            </ac:spMkLst>
          </pc:spChg>
          <pc:spChg chg="add del mod">
            <ac:chgData name="Amann, Guillaume J" userId="5c8697d1-60e8-4cfe-afe6-e8ad16fdab20" providerId="ADAL" clId="{993EF238-EB62-994B-B1B7-1A19E5CA8729}" dt="2024-05-24T00:11:23.964" v="210" actId="478"/>
            <ac:spMkLst>
              <pc:docMk/>
              <pc:sldMasterMk cId="0" sldId="2147483648"/>
              <pc:sldLayoutMk cId="0" sldId="2147483951"/>
              <ac:spMk id="7" creationId="{A528BF0C-735E-46AC-60B0-61671EE1ABCF}"/>
            </ac:spMkLst>
          </pc:spChg>
          <pc:spChg chg="del">
            <ac:chgData name="Amann, Guillaume J" userId="5c8697d1-60e8-4cfe-afe6-e8ad16fdab20" providerId="ADAL" clId="{993EF238-EB62-994B-B1B7-1A19E5CA8729}" dt="2024-05-24T00:07:03.051" v="173" actId="478"/>
            <ac:spMkLst>
              <pc:docMk/>
              <pc:sldMasterMk cId="0" sldId="2147483648"/>
              <pc:sldLayoutMk cId="0" sldId="2147483951"/>
              <ac:spMk id="8" creationId="{00000000-0000-0000-0000-000000000000}"/>
            </ac:spMkLst>
          </pc:spChg>
          <pc:spChg chg="add del mod">
            <ac:chgData name="Amann, Guillaume J" userId="5c8697d1-60e8-4cfe-afe6-e8ad16fdab20" providerId="ADAL" clId="{993EF238-EB62-994B-B1B7-1A19E5CA8729}" dt="2024-05-24T10:32:26.979" v="1710" actId="478"/>
            <ac:spMkLst>
              <pc:docMk/>
              <pc:sldMasterMk cId="0" sldId="2147483648"/>
              <pc:sldLayoutMk cId="0" sldId="2147483951"/>
              <ac:spMk id="8" creationId="{FB1A3B94-1731-2BAA-20B6-309CCA81C7EB}"/>
            </ac:spMkLst>
          </pc:spChg>
          <pc:spChg chg="mod">
            <ac:chgData name="Amann, Guillaume J" userId="5c8697d1-60e8-4cfe-afe6-e8ad16fdab20" providerId="ADAL" clId="{993EF238-EB62-994B-B1B7-1A19E5CA8729}" dt="2024-05-24T12:08:57.466" v="2139" actId="403"/>
            <ac:spMkLst>
              <pc:docMk/>
              <pc:sldMasterMk cId="0" sldId="2147483648"/>
              <pc:sldLayoutMk cId="0" sldId="2147483951"/>
              <ac:spMk id="9" creationId="{00000000-0000-0000-0000-000000000000}"/>
            </ac:spMkLst>
          </pc:spChg>
          <pc:spChg chg="add del mod">
            <ac:chgData name="Amann, Guillaume J" userId="5c8697d1-60e8-4cfe-afe6-e8ad16fdab20" providerId="ADAL" clId="{993EF238-EB62-994B-B1B7-1A19E5CA8729}" dt="2024-05-24T10:38:43.652" v="1758" actId="478"/>
            <ac:spMkLst>
              <pc:docMk/>
              <pc:sldMasterMk cId="0" sldId="2147483648"/>
              <pc:sldLayoutMk cId="0" sldId="2147483951"/>
              <ac:spMk id="10" creationId="{8E8FCE06-73B8-B92D-46B2-BFBD6A9E78B8}"/>
            </ac:spMkLst>
          </pc:spChg>
          <pc:spChg chg="add del mod">
            <ac:chgData name="Amann, Guillaume J" userId="5c8697d1-60e8-4cfe-afe6-e8ad16fdab20" providerId="ADAL" clId="{993EF238-EB62-994B-B1B7-1A19E5CA8729}" dt="2024-05-24T00:09:35.729" v="193" actId="478"/>
            <ac:spMkLst>
              <pc:docMk/>
              <pc:sldMasterMk cId="0" sldId="2147483648"/>
              <pc:sldLayoutMk cId="0" sldId="2147483951"/>
              <ac:spMk id="10" creationId="{ED616425-EA2F-369C-28A8-EDA9A42BDC6B}"/>
            </ac:spMkLst>
          </pc:spChg>
          <pc:spChg chg="del mod">
            <ac:chgData name="Amann, Guillaume J" userId="5c8697d1-60e8-4cfe-afe6-e8ad16fdab20" providerId="ADAL" clId="{993EF238-EB62-994B-B1B7-1A19E5CA8729}" dt="2024-05-24T00:01:59.666" v="124" actId="478"/>
            <ac:spMkLst>
              <pc:docMk/>
              <pc:sldMasterMk cId="0" sldId="2147483648"/>
              <pc:sldLayoutMk cId="0" sldId="2147483951"/>
              <ac:spMk id="13" creationId="{00000000-0000-0000-0000-000000000000}"/>
            </ac:spMkLst>
          </pc:spChg>
          <pc:spChg chg="del mod">
            <ac:chgData name="Amann, Guillaume J" userId="5c8697d1-60e8-4cfe-afe6-e8ad16fdab20" providerId="ADAL" clId="{993EF238-EB62-994B-B1B7-1A19E5CA8729}" dt="2024-05-24T00:02:34.060" v="128" actId="478"/>
            <ac:spMkLst>
              <pc:docMk/>
              <pc:sldMasterMk cId="0" sldId="2147483648"/>
              <pc:sldLayoutMk cId="0" sldId="2147483951"/>
              <ac:spMk id="14" creationId="{00000000-0000-0000-0000-000000000000}"/>
            </ac:spMkLst>
          </pc:spChg>
          <pc:spChg chg="add mod">
            <ac:chgData name="Amann, Guillaume J" userId="5c8697d1-60e8-4cfe-afe6-e8ad16fdab20" providerId="ADAL" clId="{993EF238-EB62-994B-B1B7-1A19E5CA8729}" dt="2024-05-24T11:41:09.124" v="1859" actId="1076"/>
            <ac:spMkLst>
              <pc:docMk/>
              <pc:sldMasterMk cId="0" sldId="2147483648"/>
              <pc:sldLayoutMk cId="0" sldId="2147483951"/>
              <ac:spMk id="14" creationId="{4B2B3303-0009-049D-DF1F-17D6C1C4FE25}"/>
            </ac:spMkLst>
          </pc:spChg>
          <pc:spChg chg="add del">
            <ac:chgData name="Amann, Guillaume J" userId="5c8697d1-60e8-4cfe-afe6-e8ad16fdab20" providerId="ADAL" clId="{993EF238-EB62-994B-B1B7-1A19E5CA8729}" dt="2024-05-24T11:48:02.404" v="1954" actId="11529"/>
            <ac:spMkLst>
              <pc:docMk/>
              <pc:sldMasterMk cId="0" sldId="2147483648"/>
              <pc:sldLayoutMk cId="0" sldId="2147483951"/>
              <ac:spMk id="18" creationId="{C61C1775-9D6B-5FF2-371A-BD26826C6DC1}"/>
            </ac:spMkLst>
          </pc:spChg>
          <pc:spChg chg="add mod">
            <ac:chgData name="Amann, Guillaume J" userId="5c8697d1-60e8-4cfe-afe6-e8ad16fdab20" providerId="ADAL" clId="{993EF238-EB62-994B-B1B7-1A19E5CA8729}" dt="2024-05-24T12:22:52.257" v="2311" actId="948"/>
            <ac:spMkLst>
              <pc:docMk/>
              <pc:sldMasterMk cId="0" sldId="2147483648"/>
              <pc:sldLayoutMk cId="0" sldId="2147483951"/>
              <ac:spMk id="19" creationId="{184A205C-54A2-43B5-A7C8-74635F15D790}"/>
            </ac:spMkLst>
          </pc:spChg>
          <pc:spChg chg="add del mod">
            <ac:chgData name="Amann, Guillaume J" userId="5c8697d1-60e8-4cfe-afe6-e8ad16fdab20" providerId="ADAL" clId="{993EF238-EB62-994B-B1B7-1A19E5CA8729}" dt="2024-05-24T11:52:56.354" v="1978" actId="478"/>
            <ac:spMkLst>
              <pc:docMk/>
              <pc:sldMasterMk cId="0" sldId="2147483648"/>
              <pc:sldLayoutMk cId="0" sldId="2147483951"/>
              <ac:spMk id="20" creationId="{0F4FC292-3F27-2F66-3AEA-0AAD9E121651}"/>
            </ac:spMkLst>
          </pc:spChg>
          <pc:spChg chg="add mod">
            <ac:chgData name="Amann, Guillaume J" userId="5c8697d1-60e8-4cfe-afe6-e8ad16fdab20" providerId="ADAL" clId="{993EF238-EB62-994B-B1B7-1A19E5CA8729}" dt="2024-05-24T12:06:25.767" v="2117" actId="20577"/>
            <ac:spMkLst>
              <pc:docMk/>
              <pc:sldMasterMk cId="0" sldId="2147483648"/>
              <pc:sldLayoutMk cId="0" sldId="2147483951"/>
              <ac:spMk id="22" creationId="{26A1C607-897C-CDFB-0517-9F5C4BEFEB47}"/>
            </ac:spMkLst>
          </pc:spChg>
          <pc:cxnChg chg="add del mod">
            <ac:chgData name="Amann, Guillaume J" userId="5c8697d1-60e8-4cfe-afe6-e8ad16fdab20" providerId="ADAL" clId="{993EF238-EB62-994B-B1B7-1A19E5CA8729}" dt="2024-05-24T00:02:13.892" v="127" actId="478"/>
            <ac:cxnSpMkLst>
              <pc:docMk/>
              <pc:sldMasterMk cId="0" sldId="2147483648"/>
              <pc:sldLayoutMk cId="0" sldId="2147483951"/>
              <ac:cxnSpMk id="12" creationId="{00000000-0000-0000-0000-000000000000}"/>
            </ac:cxnSpMkLst>
          </pc:cxnChg>
          <pc:cxnChg chg="add del mod">
            <ac:chgData name="Amann, Guillaume J" userId="5c8697d1-60e8-4cfe-afe6-e8ad16fdab20" providerId="ADAL" clId="{993EF238-EB62-994B-B1B7-1A19E5CA8729}" dt="2024-05-24T10:38:38.970" v="1756" actId="478"/>
            <ac:cxnSpMkLst>
              <pc:docMk/>
              <pc:sldMasterMk cId="0" sldId="2147483648"/>
              <pc:sldLayoutMk cId="0" sldId="2147483951"/>
              <ac:cxnSpMk id="12" creationId="{2FA06BB7-1180-89C2-F2E1-2B236B31B86A}"/>
            </ac:cxnSpMkLst>
          </pc:cxnChg>
          <pc:cxnChg chg="add mod">
            <ac:chgData name="Amann, Guillaume J" userId="5c8697d1-60e8-4cfe-afe6-e8ad16fdab20" providerId="ADAL" clId="{993EF238-EB62-994B-B1B7-1A19E5CA8729}" dt="2024-05-27T10:15:18.995" v="2679" actId="692"/>
            <ac:cxnSpMkLst>
              <pc:docMk/>
              <pc:sldMasterMk cId="0" sldId="2147483648"/>
              <pc:sldLayoutMk cId="0" sldId="2147483951"/>
              <ac:cxnSpMk id="16" creationId="{548933EC-4E97-093E-402E-927268F4EE4F}"/>
            </ac:cxnSpMkLst>
          </pc:cxnChg>
          <pc:cxnChg chg="add del mod">
            <ac:chgData name="Amann, Guillaume J" userId="5c8697d1-60e8-4cfe-afe6-e8ad16fdab20" providerId="ADAL" clId="{993EF238-EB62-994B-B1B7-1A19E5CA8729}" dt="2024-05-24T11:52:57.669" v="1979" actId="478"/>
            <ac:cxnSpMkLst>
              <pc:docMk/>
              <pc:sldMasterMk cId="0" sldId="2147483648"/>
              <pc:sldLayoutMk cId="0" sldId="2147483951"/>
              <ac:cxnSpMk id="21" creationId="{A12D2CD1-A78C-989B-48A9-F6EEDB57C98D}"/>
            </ac:cxnSpMkLst>
          </pc:cxnChg>
        </pc:sldLayoutChg>
        <pc:sldLayoutChg chg="addSp delSp modSp mod">
          <pc:chgData name="Amann, Guillaume J" userId="5c8697d1-60e8-4cfe-afe6-e8ad16fdab20" providerId="ADAL" clId="{993EF238-EB62-994B-B1B7-1A19E5CA8729}" dt="2024-05-27T13:30:54.274" v="2861" actId="34135"/>
          <pc:sldLayoutMkLst>
            <pc:docMk/>
            <pc:sldMasterMk cId="0" sldId="2147483648"/>
            <pc:sldLayoutMk cId="0" sldId="2147483952"/>
          </pc:sldLayoutMkLst>
          <pc:spChg chg="add del mod">
            <ac:chgData name="Amann, Guillaume J" userId="5c8697d1-60e8-4cfe-afe6-e8ad16fdab20" providerId="ADAL" clId="{993EF238-EB62-994B-B1B7-1A19E5CA8729}" dt="2024-05-27T09:17:01.820" v="2429"/>
            <ac:spMkLst>
              <pc:docMk/>
              <pc:sldMasterMk cId="0" sldId="2147483648"/>
              <pc:sldLayoutMk cId="0" sldId="2147483952"/>
              <ac:spMk id="2" creationId="{319121F0-1BF1-DC31-40FB-059606FFDDD0}"/>
            </ac:spMkLst>
          </pc:spChg>
          <pc:spChg chg="add del mod">
            <ac:chgData name="Amann, Guillaume J" userId="5c8697d1-60e8-4cfe-afe6-e8ad16fdab20" providerId="ADAL" clId="{993EF238-EB62-994B-B1B7-1A19E5CA8729}" dt="2024-05-24T08:15:15.085" v="392" actId="478"/>
            <ac:spMkLst>
              <pc:docMk/>
              <pc:sldMasterMk cId="0" sldId="2147483648"/>
              <pc:sldLayoutMk cId="0" sldId="2147483952"/>
              <ac:spMk id="2" creationId="{87C46469-3464-8A02-B831-C587B8DFE424}"/>
            </ac:spMkLst>
          </pc:spChg>
          <pc:spChg chg="add del mod">
            <ac:chgData name="Amann, Guillaume J" userId="5c8697d1-60e8-4cfe-afe6-e8ad16fdab20" providerId="ADAL" clId="{993EF238-EB62-994B-B1B7-1A19E5CA8729}" dt="2024-05-24T00:03:36.077" v="137" actId="478"/>
            <ac:spMkLst>
              <pc:docMk/>
              <pc:sldMasterMk cId="0" sldId="2147483648"/>
              <pc:sldLayoutMk cId="0" sldId="2147483952"/>
              <ac:spMk id="2" creationId="{EA358583-1BD0-6CD0-A102-4B9D70769B69}"/>
            </ac:spMkLst>
          </pc:spChg>
          <pc:spChg chg="add del">
            <ac:chgData name="Amann, Guillaume J" userId="5c8697d1-60e8-4cfe-afe6-e8ad16fdab20" providerId="ADAL" clId="{993EF238-EB62-994B-B1B7-1A19E5CA8729}" dt="2024-05-27T13:27:11.650" v="2688" actId="11529"/>
            <ac:spMkLst>
              <pc:docMk/>
              <pc:sldMasterMk cId="0" sldId="2147483648"/>
              <pc:sldLayoutMk cId="0" sldId="2147483952"/>
              <ac:spMk id="2" creationId="{F9A18325-4A85-10A0-E5E6-869EC1770C36}"/>
            </ac:spMkLst>
          </pc:spChg>
          <pc:spChg chg="del mod">
            <ac:chgData name="Amann, Guillaume J" userId="5c8697d1-60e8-4cfe-afe6-e8ad16fdab20" providerId="ADAL" clId="{993EF238-EB62-994B-B1B7-1A19E5CA8729}" dt="2024-05-24T00:00:10.302" v="117" actId="478"/>
            <ac:spMkLst>
              <pc:docMk/>
              <pc:sldMasterMk cId="0" sldId="2147483648"/>
              <pc:sldLayoutMk cId="0" sldId="2147483952"/>
              <ac:spMk id="3" creationId="{00000000-0000-0000-0000-000000000000}"/>
            </ac:spMkLst>
          </pc:spChg>
          <pc:spChg chg="add mod">
            <ac:chgData name="Amann, Guillaume J" userId="5c8697d1-60e8-4cfe-afe6-e8ad16fdab20" providerId="ADAL" clId="{993EF238-EB62-994B-B1B7-1A19E5CA8729}" dt="2024-05-24T00:13:11.872" v="231"/>
            <ac:spMkLst>
              <pc:docMk/>
              <pc:sldMasterMk cId="0" sldId="2147483648"/>
              <pc:sldLayoutMk cId="0" sldId="2147483952"/>
              <ac:spMk id="3" creationId="{B9E30A94-69EA-B0AF-155A-F7E5EDAFEB47}"/>
            </ac:spMkLst>
          </pc:spChg>
          <pc:spChg chg="add del mod">
            <ac:chgData name="Amann, Guillaume J" userId="5c8697d1-60e8-4cfe-afe6-e8ad16fdab20" providerId="ADAL" clId="{993EF238-EB62-994B-B1B7-1A19E5CA8729}" dt="2024-05-27T09:17:01.820" v="2429"/>
            <ac:spMkLst>
              <pc:docMk/>
              <pc:sldMasterMk cId="0" sldId="2147483648"/>
              <pc:sldLayoutMk cId="0" sldId="2147483952"/>
              <ac:spMk id="4" creationId="{1D4ACCB0-2E19-2183-4D69-B543E92682C6}"/>
            </ac:spMkLst>
          </pc:spChg>
          <pc:spChg chg="add del mod">
            <ac:chgData name="Amann, Guillaume J" userId="5c8697d1-60e8-4cfe-afe6-e8ad16fdab20" providerId="ADAL" clId="{993EF238-EB62-994B-B1B7-1A19E5CA8729}" dt="2024-05-27T13:28:13.116" v="2777" actId="478"/>
            <ac:spMkLst>
              <pc:docMk/>
              <pc:sldMasterMk cId="0" sldId="2147483648"/>
              <pc:sldLayoutMk cId="0" sldId="2147483952"/>
              <ac:spMk id="4" creationId="{464F83C8-7449-1FAA-EA37-ECE6E9A1E344}"/>
            </ac:spMkLst>
          </pc:spChg>
          <pc:spChg chg="add del mod">
            <ac:chgData name="Amann, Guillaume J" userId="5c8697d1-60e8-4cfe-afe6-e8ad16fdab20" providerId="ADAL" clId="{993EF238-EB62-994B-B1B7-1A19E5CA8729}" dt="2024-05-24T00:07:56.521" v="182" actId="478"/>
            <ac:spMkLst>
              <pc:docMk/>
              <pc:sldMasterMk cId="0" sldId="2147483648"/>
              <pc:sldLayoutMk cId="0" sldId="2147483952"/>
              <ac:spMk id="4" creationId="{E0BDB2EE-C547-765E-7340-D01D3CCF2014}"/>
            </ac:spMkLst>
          </pc:spChg>
          <pc:spChg chg="add mod">
            <ac:chgData name="Amann, Guillaume J" userId="5c8697d1-60e8-4cfe-afe6-e8ad16fdab20" providerId="ADAL" clId="{993EF238-EB62-994B-B1B7-1A19E5CA8729}" dt="2024-05-24T00:13:11.872" v="231"/>
            <ac:spMkLst>
              <pc:docMk/>
              <pc:sldMasterMk cId="0" sldId="2147483648"/>
              <pc:sldLayoutMk cId="0" sldId="2147483952"/>
              <ac:spMk id="4" creationId="{F0CBF763-5052-1E14-D682-E835E3CBE1D1}"/>
            </ac:spMkLst>
          </pc:spChg>
          <pc:spChg chg="del">
            <ac:chgData name="Amann, Guillaume J" userId="5c8697d1-60e8-4cfe-afe6-e8ad16fdab20" providerId="ADAL" clId="{993EF238-EB62-994B-B1B7-1A19E5CA8729}" dt="2024-05-24T00:00:14.387" v="118" actId="478"/>
            <ac:spMkLst>
              <pc:docMk/>
              <pc:sldMasterMk cId="0" sldId="2147483648"/>
              <pc:sldLayoutMk cId="0" sldId="2147483952"/>
              <ac:spMk id="5" creationId="{00000000-0000-0000-0000-000000000000}"/>
            </ac:spMkLst>
          </pc:spChg>
          <pc:spChg chg="add del mod">
            <ac:chgData name="Amann, Guillaume J" userId="5c8697d1-60e8-4cfe-afe6-e8ad16fdab20" providerId="ADAL" clId="{993EF238-EB62-994B-B1B7-1A19E5CA8729}" dt="2024-05-24T00:22:48.610" v="270" actId="478"/>
            <ac:spMkLst>
              <pc:docMk/>
              <pc:sldMasterMk cId="0" sldId="2147483648"/>
              <pc:sldLayoutMk cId="0" sldId="2147483952"/>
              <ac:spMk id="5" creationId="{13AB32A7-E62C-03AA-6E33-818BCC54FBF0}"/>
            </ac:spMkLst>
          </pc:spChg>
          <pc:spChg chg="add del">
            <ac:chgData name="Amann, Guillaume J" userId="5c8697d1-60e8-4cfe-afe6-e8ad16fdab20" providerId="ADAL" clId="{993EF238-EB62-994B-B1B7-1A19E5CA8729}" dt="2024-05-27T09:16:01.336" v="2410"/>
            <ac:spMkLst>
              <pc:docMk/>
              <pc:sldMasterMk cId="0" sldId="2147483648"/>
              <pc:sldLayoutMk cId="0" sldId="2147483952"/>
              <ac:spMk id="5" creationId="{291CB966-29A1-89C4-5978-E0E7B5929D30}"/>
            </ac:spMkLst>
          </pc:spChg>
          <pc:spChg chg="add mod">
            <ac:chgData name="Amann, Guillaume J" userId="5c8697d1-60e8-4cfe-afe6-e8ad16fdab20" providerId="ADAL" clId="{993EF238-EB62-994B-B1B7-1A19E5CA8729}" dt="2024-05-27T13:30:34.688" v="2854" actId="34135"/>
            <ac:spMkLst>
              <pc:docMk/>
              <pc:sldMasterMk cId="0" sldId="2147483648"/>
              <pc:sldLayoutMk cId="0" sldId="2147483952"/>
              <ac:spMk id="5" creationId="{CDF0275C-661F-28F4-4A27-3E417ED6BC1E}"/>
            </ac:spMkLst>
          </pc:spChg>
          <pc:spChg chg="del">
            <ac:chgData name="Amann, Guillaume J" userId="5c8697d1-60e8-4cfe-afe6-e8ad16fdab20" providerId="ADAL" clId="{993EF238-EB62-994B-B1B7-1A19E5CA8729}" dt="2024-05-23T21:43:09.813" v="20" actId="478"/>
            <ac:spMkLst>
              <pc:docMk/>
              <pc:sldMasterMk cId="0" sldId="2147483648"/>
              <pc:sldLayoutMk cId="0" sldId="2147483952"/>
              <ac:spMk id="6" creationId="{00000000-0000-0000-0000-000000000000}"/>
            </ac:spMkLst>
          </pc:spChg>
          <pc:spChg chg="add del mod">
            <ac:chgData name="Amann, Guillaume J" userId="5c8697d1-60e8-4cfe-afe6-e8ad16fdab20" providerId="ADAL" clId="{993EF238-EB62-994B-B1B7-1A19E5CA8729}" dt="2024-05-24T08:15:09.946" v="391" actId="478"/>
            <ac:spMkLst>
              <pc:docMk/>
              <pc:sldMasterMk cId="0" sldId="2147483648"/>
              <pc:sldLayoutMk cId="0" sldId="2147483952"/>
              <ac:spMk id="6" creationId="{040BDBA2-FC9B-4363-22D1-C198D3C5DEAF}"/>
            </ac:spMkLst>
          </pc:spChg>
          <pc:spChg chg="mod">
            <ac:chgData name="Amann, Guillaume J" userId="5c8697d1-60e8-4cfe-afe6-e8ad16fdab20" providerId="ADAL" clId="{993EF238-EB62-994B-B1B7-1A19E5CA8729}" dt="2024-05-27T09:16:13.360" v="2412"/>
            <ac:spMkLst>
              <pc:docMk/>
              <pc:sldMasterMk cId="0" sldId="2147483648"/>
              <pc:sldLayoutMk cId="0" sldId="2147483952"/>
              <ac:spMk id="6" creationId="{AB323BDB-6601-BF09-6078-CF3178248F41}"/>
            </ac:spMkLst>
          </pc:spChg>
          <pc:spChg chg="del">
            <ac:chgData name="Amann, Guillaume J" userId="5c8697d1-60e8-4cfe-afe6-e8ad16fdab20" providerId="ADAL" clId="{993EF238-EB62-994B-B1B7-1A19E5CA8729}" dt="2024-05-23T21:43:11.669" v="21" actId="478"/>
            <ac:spMkLst>
              <pc:docMk/>
              <pc:sldMasterMk cId="0" sldId="2147483648"/>
              <pc:sldLayoutMk cId="0" sldId="2147483952"/>
              <ac:spMk id="7" creationId="{00000000-0000-0000-0000-000000000000}"/>
            </ac:spMkLst>
          </pc:spChg>
          <pc:spChg chg="mod">
            <ac:chgData name="Amann, Guillaume J" userId="5c8697d1-60e8-4cfe-afe6-e8ad16fdab20" providerId="ADAL" clId="{993EF238-EB62-994B-B1B7-1A19E5CA8729}" dt="2024-05-27T09:16:28.280" v="2418"/>
            <ac:spMkLst>
              <pc:docMk/>
              <pc:sldMasterMk cId="0" sldId="2147483648"/>
              <pc:sldLayoutMk cId="0" sldId="2147483952"/>
              <ac:spMk id="7" creationId="{77709754-1ABF-EBBF-CC49-2DB83A4F5870}"/>
            </ac:spMkLst>
          </pc:spChg>
          <pc:spChg chg="add del mod">
            <ac:chgData name="Amann, Guillaume J" userId="5c8697d1-60e8-4cfe-afe6-e8ad16fdab20" providerId="ADAL" clId="{993EF238-EB62-994B-B1B7-1A19E5CA8729}" dt="2024-05-24T08:12:40.560" v="359" actId="478"/>
            <ac:spMkLst>
              <pc:docMk/>
              <pc:sldMasterMk cId="0" sldId="2147483648"/>
              <pc:sldLayoutMk cId="0" sldId="2147483952"/>
              <ac:spMk id="7" creationId="{BE4D40D3-256F-50F3-55A8-8F3F5CDF8D35}"/>
            </ac:spMkLst>
          </pc:spChg>
          <pc:spChg chg="del">
            <ac:chgData name="Amann, Guillaume J" userId="5c8697d1-60e8-4cfe-afe6-e8ad16fdab20" providerId="ADAL" clId="{993EF238-EB62-994B-B1B7-1A19E5CA8729}" dt="2024-05-24T08:12:51.809" v="360" actId="478"/>
            <ac:spMkLst>
              <pc:docMk/>
              <pc:sldMasterMk cId="0" sldId="2147483648"/>
              <pc:sldLayoutMk cId="0" sldId="2147483952"/>
              <ac:spMk id="8" creationId="{98B0A8A0-C44E-472F-DA72-3E6791C4386E}"/>
            </ac:spMkLst>
          </pc:spChg>
          <pc:spChg chg="mod">
            <ac:chgData name="Amann, Guillaume J" userId="5c8697d1-60e8-4cfe-afe6-e8ad16fdab20" providerId="ADAL" clId="{993EF238-EB62-994B-B1B7-1A19E5CA8729}" dt="2024-05-27T09:16:35.206" v="2420"/>
            <ac:spMkLst>
              <pc:docMk/>
              <pc:sldMasterMk cId="0" sldId="2147483648"/>
              <pc:sldLayoutMk cId="0" sldId="2147483952"/>
              <ac:spMk id="8" creationId="{B4849C46-A2FF-53B6-4B43-E34770650A13}"/>
            </ac:spMkLst>
          </pc:spChg>
          <pc:spChg chg="del">
            <ac:chgData name="Amann, Guillaume J" userId="5c8697d1-60e8-4cfe-afe6-e8ad16fdab20" providerId="ADAL" clId="{993EF238-EB62-994B-B1B7-1A19E5CA8729}" dt="2024-05-24T08:29:32.974" v="1653" actId="478"/>
            <ac:spMkLst>
              <pc:docMk/>
              <pc:sldMasterMk cId="0" sldId="2147483648"/>
              <pc:sldLayoutMk cId="0" sldId="2147483952"/>
              <ac:spMk id="9" creationId="{42633928-840C-69A2-7065-13B7EBB9E026}"/>
            </ac:spMkLst>
          </pc:spChg>
          <pc:spChg chg="mod">
            <ac:chgData name="Amann, Guillaume J" userId="5c8697d1-60e8-4cfe-afe6-e8ad16fdab20" providerId="ADAL" clId="{993EF238-EB62-994B-B1B7-1A19E5CA8729}" dt="2024-05-27T09:16:35.206" v="2420"/>
            <ac:spMkLst>
              <pc:docMk/>
              <pc:sldMasterMk cId="0" sldId="2147483648"/>
              <pc:sldLayoutMk cId="0" sldId="2147483952"/>
              <ac:spMk id="9" creationId="{AB8C759F-F27F-A98E-1F86-F5F909D4D4DD}"/>
            </ac:spMkLst>
          </pc:spChg>
          <pc:spChg chg="add mod">
            <ac:chgData name="Amann, Guillaume J" userId="5c8697d1-60e8-4cfe-afe6-e8ad16fdab20" providerId="ADAL" clId="{993EF238-EB62-994B-B1B7-1A19E5CA8729}" dt="2024-05-27T13:30:54.274" v="2861" actId="34135"/>
            <ac:spMkLst>
              <pc:docMk/>
              <pc:sldMasterMk cId="0" sldId="2147483648"/>
              <pc:sldLayoutMk cId="0" sldId="2147483952"/>
              <ac:spMk id="10" creationId="{A7AE525F-2974-08DE-C9AC-29207CA662DA}"/>
            </ac:spMkLst>
          </pc:spChg>
          <pc:spChg chg="del mod">
            <ac:chgData name="Amann, Guillaume J" userId="5c8697d1-60e8-4cfe-afe6-e8ad16fdab20" providerId="ADAL" clId="{993EF238-EB62-994B-B1B7-1A19E5CA8729}" dt="2024-05-24T00:07:59.322" v="183" actId="21"/>
            <ac:spMkLst>
              <pc:docMk/>
              <pc:sldMasterMk cId="0" sldId="2147483648"/>
              <pc:sldLayoutMk cId="0" sldId="2147483952"/>
              <ac:spMk id="11" creationId="{00000000-0000-0000-0000-000000000000}"/>
            </ac:spMkLst>
          </pc:spChg>
          <pc:spChg chg="add del">
            <ac:chgData name="Amann, Guillaume J" userId="5c8697d1-60e8-4cfe-afe6-e8ad16fdab20" providerId="ADAL" clId="{993EF238-EB62-994B-B1B7-1A19E5CA8729}" dt="2024-05-27T09:16:40.762" v="2422"/>
            <ac:spMkLst>
              <pc:docMk/>
              <pc:sldMasterMk cId="0" sldId="2147483648"/>
              <pc:sldLayoutMk cId="0" sldId="2147483952"/>
              <ac:spMk id="11" creationId="{539FE168-1698-8825-4A6B-00137040C18C}"/>
            </ac:spMkLst>
          </pc:spChg>
          <pc:spChg chg="add del mod">
            <ac:chgData name="Amann, Guillaume J" userId="5c8697d1-60e8-4cfe-afe6-e8ad16fdab20" providerId="ADAL" clId="{993EF238-EB62-994B-B1B7-1A19E5CA8729}" dt="2024-05-24T11:34:48.530" v="1825" actId="21"/>
            <ac:spMkLst>
              <pc:docMk/>
              <pc:sldMasterMk cId="0" sldId="2147483648"/>
              <pc:sldLayoutMk cId="0" sldId="2147483952"/>
              <ac:spMk id="11" creationId="{5414F458-BC3C-5010-8117-6D4711265FDF}"/>
            </ac:spMkLst>
          </pc:spChg>
          <pc:spChg chg="add del mod">
            <ac:chgData name="Amann, Guillaume J" userId="5c8697d1-60e8-4cfe-afe6-e8ad16fdab20" providerId="ADAL" clId="{993EF238-EB62-994B-B1B7-1A19E5CA8729}" dt="2024-05-24T10:52:16.575" v="1811" actId="478"/>
            <ac:spMkLst>
              <pc:docMk/>
              <pc:sldMasterMk cId="0" sldId="2147483648"/>
              <pc:sldLayoutMk cId="0" sldId="2147483952"/>
              <ac:spMk id="12" creationId="{14D28DFF-EAF5-A246-E344-62BB147F7023}"/>
            </ac:spMkLst>
          </pc:spChg>
          <pc:spChg chg="add del">
            <ac:chgData name="Amann, Guillaume J" userId="5c8697d1-60e8-4cfe-afe6-e8ad16fdab20" providerId="ADAL" clId="{993EF238-EB62-994B-B1B7-1A19E5CA8729}" dt="2024-05-27T09:16:54.544" v="2426"/>
            <ac:spMkLst>
              <pc:docMk/>
              <pc:sldMasterMk cId="0" sldId="2147483648"/>
              <pc:sldLayoutMk cId="0" sldId="2147483952"/>
              <ac:spMk id="12" creationId="{55B95835-2771-AEF6-F252-CC1D604EA3E8}"/>
            </ac:spMkLst>
          </pc:spChg>
          <pc:spChg chg="add del mod">
            <ac:chgData name="Amann, Guillaume J" userId="5c8697d1-60e8-4cfe-afe6-e8ad16fdab20" providerId="ADAL" clId="{993EF238-EB62-994B-B1B7-1A19E5CA8729}" dt="2024-05-24T12:04:08.668" v="2075" actId="478"/>
            <ac:spMkLst>
              <pc:docMk/>
              <pc:sldMasterMk cId="0" sldId="2147483648"/>
              <pc:sldLayoutMk cId="0" sldId="2147483952"/>
              <ac:spMk id="13" creationId="{2B89FF8E-4EA0-D201-F486-093AE50E8900}"/>
            </ac:spMkLst>
          </pc:spChg>
          <pc:spChg chg="mod">
            <ac:chgData name="Amann, Guillaume J" userId="5c8697d1-60e8-4cfe-afe6-e8ad16fdab20" providerId="ADAL" clId="{993EF238-EB62-994B-B1B7-1A19E5CA8729}" dt="2024-05-27T09:16:59.970" v="2428"/>
            <ac:spMkLst>
              <pc:docMk/>
              <pc:sldMasterMk cId="0" sldId="2147483648"/>
              <pc:sldLayoutMk cId="0" sldId="2147483952"/>
              <ac:spMk id="13" creationId="{A9D62448-278C-C2A3-32B3-BB16A530274D}"/>
            </ac:spMkLst>
          </pc:spChg>
          <pc:spChg chg="add mod">
            <ac:chgData name="Amann, Guillaume J" userId="5c8697d1-60e8-4cfe-afe6-e8ad16fdab20" providerId="ADAL" clId="{993EF238-EB62-994B-B1B7-1A19E5CA8729}" dt="2024-05-27T09:25:41.220" v="2677" actId="1076"/>
            <ac:spMkLst>
              <pc:docMk/>
              <pc:sldMasterMk cId="0" sldId="2147483648"/>
              <pc:sldLayoutMk cId="0" sldId="2147483952"/>
              <ac:spMk id="14" creationId="{B0B455DA-1CCC-C38E-6447-CD6ADF00CDEF}"/>
            </ac:spMkLst>
          </pc:spChg>
          <pc:spChg chg="add mod">
            <ac:chgData name="Amann, Guillaume J" userId="5c8697d1-60e8-4cfe-afe6-e8ad16fdab20" providerId="ADAL" clId="{993EF238-EB62-994B-B1B7-1A19E5CA8729}" dt="2024-05-24T12:04:09.763" v="2076"/>
            <ac:spMkLst>
              <pc:docMk/>
              <pc:sldMasterMk cId="0" sldId="2147483648"/>
              <pc:sldLayoutMk cId="0" sldId="2147483952"/>
              <ac:spMk id="15" creationId="{F39987D8-E5E4-6262-7990-239B21306F67}"/>
            </ac:spMkLst>
          </pc:spChg>
          <pc:spChg chg="add mod">
            <ac:chgData name="Amann, Guillaume J" userId="5c8697d1-60e8-4cfe-afe6-e8ad16fdab20" providerId="ADAL" clId="{993EF238-EB62-994B-B1B7-1A19E5CA8729}" dt="2024-05-27T13:30:39.688" v="2855" actId="34135"/>
            <ac:spMkLst>
              <pc:docMk/>
              <pc:sldMasterMk cId="0" sldId="2147483648"/>
              <pc:sldLayoutMk cId="0" sldId="2147483952"/>
              <ac:spMk id="16" creationId="{FBDDDC69-1E75-B877-226B-1FF8C3617454}"/>
            </ac:spMkLst>
          </pc:spChg>
          <pc:spChg chg="add del mod">
            <ac:chgData name="Amann, Guillaume J" userId="5c8697d1-60e8-4cfe-afe6-e8ad16fdab20" providerId="ADAL" clId="{993EF238-EB62-994B-B1B7-1A19E5CA8729}" dt="2024-05-27T09:21:47.612" v="2655" actId="478"/>
            <ac:spMkLst>
              <pc:docMk/>
              <pc:sldMasterMk cId="0" sldId="2147483648"/>
              <pc:sldLayoutMk cId="0" sldId="2147483952"/>
              <ac:spMk id="17" creationId="{6875CDD9-ACAB-15C5-0C35-C80199624770}"/>
            </ac:spMkLst>
          </pc:spChg>
          <pc:spChg chg="add del">
            <ac:chgData name="Amann, Guillaume J" userId="5c8697d1-60e8-4cfe-afe6-e8ad16fdab20" providerId="ADAL" clId="{993EF238-EB62-994B-B1B7-1A19E5CA8729}" dt="2024-05-27T09:21:29.161" v="2642" actId="11529"/>
            <ac:spMkLst>
              <pc:docMk/>
              <pc:sldMasterMk cId="0" sldId="2147483648"/>
              <pc:sldLayoutMk cId="0" sldId="2147483952"/>
              <ac:spMk id="18" creationId="{8DAAD005-5AD5-F72A-E373-5583038DCFE4}"/>
            </ac:spMkLst>
          </pc:spChg>
          <pc:spChg chg="mod">
            <ac:chgData name="Amann, Guillaume J" userId="5c8697d1-60e8-4cfe-afe6-e8ad16fdab20" providerId="ADAL" clId="{993EF238-EB62-994B-B1B7-1A19E5CA8729}" dt="2024-05-27T09:21:28.694" v="2641"/>
            <ac:spMkLst>
              <pc:docMk/>
              <pc:sldMasterMk cId="0" sldId="2147483648"/>
              <pc:sldLayoutMk cId="0" sldId="2147483952"/>
              <ac:spMk id="19" creationId="{3EF722CE-876A-813F-C188-460A2432CC9D}"/>
            </ac:spMkLst>
          </pc:spChg>
          <pc:spChg chg="add del">
            <ac:chgData name="Amann, Guillaume J" userId="5c8697d1-60e8-4cfe-afe6-e8ad16fdab20" providerId="ADAL" clId="{993EF238-EB62-994B-B1B7-1A19E5CA8729}" dt="2024-05-27T09:21:46.647" v="2654" actId="478"/>
            <ac:spMkLst>
              <pc:docMk/>
              <pc:sldMasterMk cId="0" sldId="2147483648"/>
              <pc:sldLayoutMk cId="0" sldId="2147483952"/>
              <ac:spMk id="20" creationId="{73C3C8E1-1311-39BC-5BD8-4E32A53586E6}"/>
            </ac:spMkLst>
          </pc:spChg>
          <pc:spChg chg="add del">
            <ac:chgData name="Amann, Guillaume J" userId="5c8697d1-60e8-4cfe-afe6-e8ad16fdab20" providerId="ADAL" clId="{993EF238-EB62-994B-B1B7-1A19E5CA8729}" dt="2024-05-27T09:22:23.657" v="2658"/>
            <ac:spMkLst>
              <pc:docMk/>
              <pc:sldMasterMk cId="0" sldId="2147483648"/>
              <pc:sldLayoutMk cId="0" sldId="2147483952"/>
              <ac:spMk id="21" creationId="{E279E65A-D735-C093-7718-0AFB70E785E5}"/>
            </ac:spMkLst>
          </pc:spChg>
          <pc:spChg chg="add del">
            <ac:chgData name="Amann, Guillaume J" userId="5c8697d1-60e8-4cfe-afe6-e8ad16fdab20" providerId="ADAL" clId="{993EF238-EB62-994B-B1B7-1A19E5CA8729}" dt="2024-05-27T09:22:23.657" v="2658"/>
            <ac:spMkLst>
              <pc:docMk/>
              <pc:sldMasterMk cId="0" sldId="2147483648"/>
              <pc:sldLayoutMk cId="0" sldId="2147483952"/>
              <ac:spMk id="22" creationId="{2D13E091-C7A4-3AA3-EDFF-83E079DA40C3}"/>
            </ac:spMkLst>
          </pc:spChg>
          <pc:spChg chg="mod">
            <ac:chgData name="Amann, Guillaume J" userId="5c8697d1-60e8-4cfe-afe6-e8ad16fdab20" providerId="ADAL" clId="{993EF238-EB62-994B-B1B7-1A19E5CA8729}" dt="2024-05-27T13:30:50.854" v="2860" actId="34135"/>
            <ac:spMkLst>
              <pc:docMk/>
              <pc:sldMasterMk cId="0" sldId="2147483648"/>
              <pc:sldLayoutMk cId="0" sldId="2147483952"/>
              <ac:spMk id="23" creationId="{41BFD235-CE48-9581-571E-E6A56E62F1BB}"/>
            </ac:spMkLst>
          </pc:spChg>
          <pc:picChg chg="add mod">
            <ac:chgData name="Amann, Guillaume J" userId="5c8697d1-60e8-4cfe-afe6-e8ad16fdab20" providerId="ADAL" clId="{993EF238-EB62-994B-B1B7-1A19E5CA8729}" dt="2024-05-27T09:23:39.134" v="2667" actId="1076"/>
            <ac:picMkLst>
              <pc:docMk/>
              <pc:sldMasterMk cId="0" sldId="2147483648"/>
              <pc:sldLayoutMk cId="0" sldId="2147483952"/>
              <ac:picMk id="3" creationId="{74AE9D53-CC31-A724-D239-6E5BAEB0759F}"/>
            </ac:picMkLst>
          </pc:picChg>
          <pc:cxnChg chg="del mod">
            <ac:chgData name="Amann, Guillaume J" userId="5c8697d1-60e8-4cfe-afe6-e8ad16fdab20" providerId="ADAL" clId="{993EF238-EB62-994B-B1B7-1A19E5CA8729}" dt="2024-05-24T00:02:04.644" v="125" actId="478"/>
            <ac:cxnSpMkLst>
              <pc:docMk/>
              <pc:sldMasterMk cId="0" sldId="2147483648"/>
              <pc:sldLayoutMk cId="0" sldId="2147483952"/>
              <ac:cxnSpMk id="10" creationId="{00000000-0000-0000-0000-000000000000}"/>
            </ac:cxnSpMkLst>
          </pc:cxnChg>
          <pc:cxnChg chg="del mod">
            <ac:chgData name="Amann, Guillaume J" userId="5c8697d1-60e8-4cfe-afe6-e8ad16fdab20" providerId="ADAL" clId="{993EF238-EB62-994B-B1B7-1A19E5CA8729}" dt="2024-05-23T21:43:07.950" v="19" actId="478"/>
            <ac:cxnSpMkLst>
              <pc:docMk/>
              <pc:sldMasterMk cId="0" sldId="2147483648"/>
              <pc:sldLayoutMk cId="0" sldId="2147483952"/>
              <ac:cxnSpMk id="12" creationId="{00000000-0000-0000-0000-000000000000}"/>
            </ac:cxnSpMkLst>
          </pc:cxnChg>
        </pc:sldLayoutChg>
        <pc:sldLayoutChg chg="addSp delSp modSp add mod modTransition">
          <pc:chgData name="Amann, Guillaume J" userId="5c8697d1-60e8-4cfe-afe6-e8ad16fdab20" providerId="ADAL" clId="{993EF238-EB62-994B-B1B7-1A19E5CA8729}" dt="2024-05-27T10:15:58.033" v="2687" actId="14100"/>
          <pc:sldLayoutMkLst>
            <pc:docMk/>
            <pc:sldMasterMk cId="0" sldId="2147483648"/>
            <pc:sldLayoutMk cId="4294177109" sldId="2147483953"/>
          </pc:sldLayoutMkLst>
          <pc:spChg chg="add mod">
            <ac:chgData name="Amann, Guillaume J" userId="5c8697d1-60e8-4cfe-afe6-e8ad16fdab20" providerId="ADAL" clId="{993EF238-EB62-994B-B1B7-1A19E5CA8729}" dt="2024-05-24T11:53:17.741" v="1981"/>
            <ac:spMkLst>
              <pc:docMk/>
              <pc:sldMasterMk cId="0" sldId="2147483648"/>
              <pc:sldLayoutMk cId="4294177109" sldId="2147483953"/>
              <ac:spMk id="2" creationId="{CCCDE027-C9DC-45EB-333C-A3945A71C8C3}"/>
            </ac:spMkLst>
          </pc:spChg>
          <pc:spChg chg="del">
            <ac:chgData name="Amann, Guillaume J" userId="5c8697d1-60e8-4cfe-afe6-e8ad16fdab20" providerId="ADAL" clId="{993EF238-EB62-994B-B1B7-1A19E5CA8729}" dt="2024-05-24T12:04:02.441" v="2073" actId="478"/>
            <ac:spMkLst>
              <pc:docMk/>
              <pc:sldMasterMk cId="0" sldId="2147483648"/>
              <pc:sldLayoutMk cId="4294177109" sldId="2147483953"/>
              <ac:spMk id="4" creationId="{E00F5C79-BE29-1BA5-0693-16E485FF3306}"/>
            </ac:spMkLst>
          </pc:spChg>
          <pc:spChg chg="add mod">
            <ac:chgData name="Amann, Guillaume J" userId="5c8697d1-60e8-4cfe-afe6-e8ad16fdab20" providerId="ADAL" clId="{993EF238-EB62-994B-B1B7-1A19E5CA8729}" dt="2024-05-24T18:14:23.289" v="2382" actId="948"/>
            <ac:spMkLst>
              <pc:docMk/>
              <pc:sldMasterMk cId="0" sldId="2147483648"/>
              <pc:sldLayoutMk cId="4294177109" sldId="2147483953"/>
              <ac:spMk id="5" creationId="{A346F3D3-3141-8027-0A08-54A37C8408DD}"/>
            </ac:spMkLst>
          </pc:spChg>
          <pc:spChg chg="add mod">
            <ac:chgData name="Amann, Guillaume J" userId="5c8697d1-60e8-4cfe-afe6-e8ad16fdab20" providerId="ADAL" clId="{993EF238-EB62-994B-B1B7-1A19E5CA8729}" dt="2024-05-24T12:04:03.819" v="2074"/>
            <ac:spMkLst>
              <pc:docMk/>
              <pc:sldMasterMk cId="0" sldId="2147483648"/>
              <pc:sldLayoutMk cId="4294177109" sldId="2147483953"/>
              <ac:spMk id="6" creationId="{F5389633-D21F-2D69-E221-C4D9F84BBC00}"/>
            </ac:spMkLst>
          </pc:spChg>
          <pc:spChg chg="del mod">
            <ac:chgData name="Amann, Guillaume J" userId="5c8697d1-60e8-4cfe-afe6-e8ad16fdab20" providerId="ADAL" clId="{993EF238-EB62-994B-B1B7-1A19E5CA8729}" dt="2024-05-24T11:53:50.167" v="1989" actId="478"/>
            <ac:spMkLst>
              <pc:docMk/>
              <pc:sldMasterMk cId="0" sldId="2147483648"/>
              <pc:sldLayoutMk cId="4294177109" sldId="2147483953"/>
              <ac:spMk id="7" creationId="{2BDCC864-9483-6A39-E56E-A0E3ED695106}"/>
            </ac:spMkLst>
          </pc:spChg>
          <pc:spChg chg="mod">
            <ac:chgData name="Amann, Guillaume J" userId="5c8697d1-60e8-4cfe-afe6-e8ad16fdab20" providerId="ADAL" clId="{993EF238-EB62-994B-B1B7-1A19E5CA8729}" dt="2024-05-24T12:09:04.601" v="2141" actId="403"/>
            <ac:spMkLst>
              <pc:docMk/>
              <pc:sldMasterMk cId="0" sldId="2147483648"/>
              <pc:sldLayoutMk cId="4294177109" sldId="2147483953"/>
              <ac:spMk id="9" creationId="{00000000-0000-0000-0000-000000000000}"/>
            </ac:spMkLst>
          </pc:spChg>
          <pc:spChg chg="mod">
            <ac:chgData name="Amann, Guillaume J" userId="5c8697d1-60e8-4cfe-afe6-e8ad16fdab20" providerId="ADAL" clId="{993EF238-EB62-994B-B1B7-1A19E5CA8729}" dt="2024-05-24T11:55:36.529" v="1995" actId="207"/>
            <ac:spMkLst>
              <pc:docMk/>
              <pc:sldMasterMk cId="0" sldId="2147483648"/>
              <pc:sldLayoutMk cId="4294177109" sldId="2147483953"/>
              <ac:spMk id="10" creationId="{8E8FCE06-73B8-B92D-46B2-BFBD6A9E78B8}"/>
            </ac:spMkLst>
          </pc:spChg>
          <pc:spChg chg="del mod">
            <ac:chgData name="Amann, Guillaume J" userId="5c8697d1-60e8-4cfe-afe6-e8ad16fdab20" providerId="ADAL" clId="{993EF238-EB62-994B-B1B7-1A19E5CA8729}" dt="2024-05-24T11:53:28.731" v="1985" actId="478"/>
            <ac:spMkLst>
              <pc:docMk/>
              <pc:sldMasterMk cId="0" sldId="2147483648"/>
              <pc:sldLayoutMk cId="4294177109" sldId="2147483953"/>
              <ac:spMk id="14" creationId="{4B2B3303-0009-049D-DF1F-17D6C1C4FE25}"/>
            </ac:spMkLst>
          </pc:spChg>
          <pc:cxnChg chg="add del mod">
            <ac:chgData name="Amann, Guillaume J" userId="5c8697d1-60e8-4cfe-afe6-e8ad16fdab20" providerId="ADAL" clId="{993EF238-EB62-994B-B1B7-1A19E5CA8729}" dt="2024-05-27T10:15:27.961" v="2681" actId="692"/>
            <ac:cxnSpMkLst>
              <pc:docMk/>
              <pc:sldMasterMk cId="0" sldId="2147483648"/>
              <pc:sldLayoutMk cId="4294177109" sldId="2147483953"/>
              <ac:cxnSpMk id="3" creationId="{6C208F18-EAFE-83AA-6356-AAB3BDD2F380}"/>
            </ac:cxnSpMkLst>
          </pc:cxnChg>
          <pc:cxnChg chg="add del mod">
            <ac:chgData name="Amann, Guillaume J" userId="5c8697d1-60e8-4cfe-afe6-e8ad16fdab20" providerId="ADAL" clId="{993EF238-EB62-994B-B1B7-1A19E5CA8729}" dt="2024-05-27T10:15:58.033" v="2687" actId="14100"/>
            <ac:cxnSpMkLst>
              <pc:docMk/>
              <pc:sldMasterMk cId="0" sldId="2147483648"/>
              <pc:sldLayoutMk cId="4294177109" sldId="2147483953"/>
              <ac:cxnSpMk id="12" creationId="{2FA06BB7-1180-89C2-F2E1-2B236B31B86A}"/>
            </ac:cxnSpMkLst>
          </pc:cxnChg>
          <pc:cxnChg chg="del mod">
            <ac:chgData name="Amann, Guillaume J" userId="5c8697d1-60e8-4cfe-afe6-e8ad16fdab20" providerId="ADAL" clId="{993EF238-EB62-994B-B1B7-1A19E5CA8729}" dt="2024-05-24T11:53:19.828" v="1982" actId="478"/>
            <ac:cxnSpMkLst>
              <pc:docMk/>
              <pc:sldMasterMk cId="0" sldId="2147483648"/>
              <pc:sldLayoutMk cId="4294177109" sldId="2147483953"/>
              <ac:cxnSpMk id="16" creationId="{548933EC-4E97-093E-402E-927268F4EE4F}"/>
            </ac:cxnSpMkLst>
          </pc:cxnChg>
        </pc:sldLayoutChg>
      </pc:sldMasterChg>
      <pc:sldMasterChg chg="new add del mod addSldLayout delSldLayout">
        <pc:chgData name="Amann, Guillaume J" userId="5c8697d1-60e8-4cfe-afe6-e8ad16fdab20" providerId="ADAL" clId="{993EF238-EB62-994B-B1B7-1A19E5CA8729}" dt="2024-05-24T10:51:25.733" v="1805" actId="6938"/>
        <pc:sldMasterMkLst>
          <pc:docMk/>
          <pc:sldMasterMk cId="1573174915" sldId="2147483954"/>
        </pc:sldMasterMkLst>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3786104867" sldId="2147483955"/>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502585207" sldId="2147483956"/>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813649229" sldId="2147483957"/>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3027350096" sldId="2147483958"/>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3189812653" sldId="2147483959"/>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2575431919" sldId="2147483960"/>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362542524" sldId="2147483961"/>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950758655" sldId="2147483962"/>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3597023820" sldId="2147483963"/>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2445066325" sldId="2147483964"/>
          </pc:sldLayoutMkLst>
        </pc:sldLayoutChg>
        <pc:sldLayoutChg chg="new add del replId">
          <pc:chgData name="Amann, Guillaume J" userId="5c8697d1-60e8-4cfe-afe6-e8ad16fdab20" providerId="ADAL" clId="{993EF238-EB62-994B-B1B7-1A19E5CA8729}" dt="2024-05-24T10:51:25.733" v="1805" actId="6938"/>
          <pc:sldLayoutMkLst>
            <pc:docMk/>
            <pc:sldMasterMk cId="1573174915" sldId="2147483954"/>
            <pc:sldLayoutMk cId="1159523346" sldId="214748396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A4F84A3-A6DE-4D63-AAD1-9AAB6655C8E9}" type="datetimeFigureOut">
              <a:rPr lang="en-US"/>
              <a:pPr>
                <a:defRPr/>
              </a:pPr>
              <a:t>6/9/2024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B817BC3-1AEF-4F46-9182-7B6BE7877705}" type="slidenum">
              <a:rPr lang="en-US"/>
              <a:pPr>
                <a:defRPr/>
              </a:pPr>
              <a:t>‹#›</a:t>
            </a:fld>
            <a:endParaRPr lang="en-US"/>
          </a:p>
        </p:txBody>
      </p:sp>
    </p:spTree>
    <p:extLst>
      <p:ext uri="{BB962C8B-B14F-4D97-AF65-F5344CB8AC3E}">
        <p14:creationId xmlns:p14="http://schemas.microsoft.com/office/powerpoint/2010/main" val="530340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Arial" pitchFamily="34" charset="0"/>
              </a:defRPr>
            </a:lvl1pPr>
          </a:lstStyle>
          <a:p>
            <a:pPr>
              <a:defRPr/>
            </a:pPr>
            <a:fld id="{984C4D41-D2A7-4BED-9AA5-9E9A39D58907}" type="datetimeFigureOut">
              <a:rPr lang="en-US"/>
              <a:pPr>
                <a:defRPr/>
              </a:pPr>
              <a:t>6/9/2024</a:t>
            </a:fld>
            <a:endParaRPr lang="en-US"/>
          </a:p>
        </p:txBody>
      </p:sp>
      <p:sp>
        <p:nvSpPr>
          <p:cNvPr id="4" name="Slide Image Placeholder 3"/>
          <p:cNvSpPr>
            <a:spLocks noGrp="1" noRot="1" noChangeAspect="1"/>
          </p:cNvSpPr>
          <p:nvPr>
            <p:ph type="sldImg" idx="2"/>
          </p:nvPr>
        </p:nvSpPr>
        <p:spPr>
          <a:xfrm>
            <a:off x="2241550" y="685800"/>
            <a:ext cx="23749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Arial" pitchFamily="34" charset="0"/>
              </a:defRPr>
            </a:lvl1pPr>
          </a:lstStyle>
          <a:p>
            <a:pPr>
              <a:defRPr/>
            </a:pPr>
            <a:fld id="{005A3BF0-9162-4A6A-A845-C85B6C14AEDE}" type="slidenum">
              <a:rPr lang="en-US"/>
              <a:pPr>
                <a:defRPr/>
              </a:pPr>
              <a:t>‹#›</a:t>
            </a:fld>
            <a:endParaRPr lang="en-US"/>
          </a:p>
        </p:txBody>
      </p:sp>
    </p:spTree>
    <p:extLst>
      <p:ext uri="{BB962C8B-B14F-4D97-AF65-F5344CB8AC3E}">
        <p14:creationId xmlns:p14="http://schemas.microsoft.com/office/powerpoint/2010/main" val="3210695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3</a:t>
            </a:fld>
            <a:endParaRPr lang="en-US"/>
          </a:p>
        </p:txBody>
      </p:sp>
    </p:spTree>
    <p:extLst>
      <p:ext uri="{BB962C8B-B14F-4D97-AF65-F5344CB8AC3E}">
        <p14:creationId xmlns:p14="http://schemas.microsoft.com/office/powerpoint/2010/main" val="3996390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4</a:t>
            </a:fld>
            <a:endParaRPr lang="en-US"/>
          </a:p>
        </p:txBody>
      </p:sp>
    </p:spTree>
    <p:extLst>
      <p:ext uri="{BB962C8B-B14F-4D97-AF65-F5344CB8AC3E}">
        <p14:creationId xmlns:p14="http://schemas.microsoft.com/office/powerpoint/2010/main" val="1584808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5</a:t>
            </a:fld>
            <a:endParaRPr lang="en-US"/>
          </a:p>
        </p:txBody>
      </p:sp>
    </p:spTree>
    <p:extLst>
      <p:ext uri="{BB962C8B-B14F-4D97-AF65-F5344CB8AC3E}">
        <p14:creationId xmlns:p14="http://schemas.microsoft.com/office/powerpoint/2010/main" val="3712456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6</a:t>
            </a:fld>
            <a:endParaRPr lang="en-US"/>
          </a:p>
        </p:txBody>
      </p:sp>
    </p:spTree>
    <p:extLst>
      <p:ext uri="{BB962C8B-B14F-4D97-AF65-F5344CB8AC3E}">
        <p14:creationId xmlns:p14="http://schemas.microsoft.com/office/powerpoint/2010/main" val="949650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7</a:t>
            </a:fld>
            <a:endParaRPr lang="en-US"/>
          </a:p>
        </p:txBody>
      </p:sp>
    </p:spTree>
    <p:extLst>
      <p:ext uri="{BB962C8B-B14F-4D97-AF65-F5344CB8AC3E}">
        <p14:creationId xmlns:p14="http://schemas.microsoft.com/office/powerpoint/2010/main" val="152815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8</a:t>
            </a:fld>
            <a:endParaRPr lang="en-US"/>
          </a:p>
        </p:txBody>
      </p:sp>
    </p:spTree>
    <p:extLst>
      <p:ext uri="{BB962C8B-B14F-4D97-AF65-F5344CB8AC3E}">
        <p14:creationId xmlns:p14="http://schemas.microsoft.com/office/powerpoint/2010/main" val="315355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9</a:t>
            </a:fld>
            <a:endParaRPr lang="en-US"/>
          </a:p>
        </p:txBody>
      </p:sp>
    </p:spTree>
    <p:extLst>
      <p:ext uri="{BB962C8B-B14F-4D97-AF65-F5344CB8AC3E}">
        <p14:creationId xmlns:p14="http://schemas.microsoft.com/office/powerpoint/2010/main" val="586469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10</a:t>
            </a:fld>
            <a:endParaRPr lang="en-US"/>
          </a:p>
        </p:txBody>
      </p:sp>
    </p:spTree>
    <p:extLst>
      <p:ext uri="{BB962C8B-B14F-4D97-AF65-F5344CB8AC3E}">
        <p14:creationId xmlns:p14="http://schemas.microsoft.com/office/powerpoint/2010/main" val="3490494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11</a:t>
            </a:fld>
            <a:endParaRPr lang="en-US"/>
          </a:p>
        </p:txBody>
      </p:sp>
    </p:spTree>
    <p:extLst>
      <p:ext uri="{BB962C8B-B14F-4D97-AF65-F5344CB8AC3E}">
        <p14:creationId xmlns:p14="http://schemas.microsoft.com/office/powerpoint/2010/main" val="1168587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12</a:t>
            </a:fld>
            <a:endParaRPr lang="en-US"/>
          </a:p>
        </p:txBody>
      </p:sp>
    </p:spTree>
    <p:extLst>
      <p:ext uri="{BB962C8B-B14F-4D97-AF65-F5344CB8AC3E}">
        <p14:creationId xmlns:p14="http://schemas.microsoft.com/office/powerpoint/2010/main" val="940446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1550" y="685800"/>
            <a:ext cx="23749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05A3BF0-9162-4A6A-A845-C85B6C14AEDE}" type="slidenum">
              <a:rPr lang="en-US" smtClean="0"/>
              <a:pPr>
                <a:defRPr/>
              </a:pPr>
              <a:t>13</a:t>
            </a:fld>
            <a:endParaRPr lang="en-US"/>
          </a:p>
        </p:txBody>
      </p:sp>
    </p:spTree>
    <p:extLst>
      <p:ext uri="{BB962C8B-B14F-4D97-AF65-F5344CB8AC3E}">
        <p14:creationId xmlns:p14="http://schemas.microsoft.com/office/powerpoint/2010/main" val="640755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Page">
    <p:spTree>
      <p:nvGrpSpPr>
        <p:cNvPr id="1" name=""/>
        <p:cNvGrpSpPr/>
        <p:nvPr/>
      </p:nvGrpSpPr>
      <p:grpSpPr>
        <a:xfrm>
          <a:off x="0" y="0"/>
          <a:ext cx="0" cy="0"/>
          <a:chOff x="0" y="0"/>
          <a:chExt cx="0" cy="0"/>
        </a:xfrm>
      </p:grpSpPr>
      <p:pic>
        <p:nvPicPr>
          <p:cNvPr id="3" name="Picture 2" descr="Freight Train Wallpapers">
            <a:extLst>
              <a:ext uri="{FF2B5EF4-FFF2-40B4-BE49-F238E27FC236}">
                <a16:creationId xmlns:a16="http://schemas.microsoft.com/office/drawing/2014/main" id="{74AE9D53-CC31-A724-D239-6E5BAEB0759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6322" y="3770850"/>
            <a:ext cx="8131846" cy="4641967"/>
          </a:xfrm>
          <a:prstGeom prst="rect">
            <a:avLst/>
          </a:prstGeom>
          <a:noFill/>
          <a:extLst>
            <a:ext uri="{909E8E84-426E-40DD-AFC4-6F175D3DCCD1}">
              <a14:hiddenFill xmlns:a14="http://schemas.microsoft.com/office/drawing/2010/main">
                <a:solidFill>
                  <a:srgbClr val="FFFFFF"/>
                </a:solidFill>
              </a14:hiddenFill>
            </a:ext>
          </a:extLst>
        </p:spPr>
      </p:pic>
      <p:sp>
        <p:nvSpPr>
          <p:cNvPr id="23" name="Freeform 22">
            <a:extLst>
              <a:ext uri="{FF2B5EF4-FFF2-40B4-BE49-F238E27FC236}">
                <a16:creationId xmlns:a16="http://schemas.microsoft.com/office/drawing/2014/main" id="{41BFD235-CE48-9581-571E-E6A56E62F1BB}"/>
              </a:ext>
            </a:extLst>
          </p:cNvPr>
          <p:cNvSpPr>
            <a:spLocks noGrp="1" noRot="1" noMove="1" noResize="1" noEditPoints="1" noAdjustHandles="1" noChangeArrowheads="1" noChangeShapeType="1"/>
          </p:cNvSpPr>
          <p:nvPr userDrawn="1"/>
        </p:nvSpPr>
        <p:spPr>
          <a:xfrm>
            <a:off x="0" y="0"/>
            <a:ext cx="6858000" cy="9064800"/>
          </a:xfrm>
          <a:custGeom>
            <a:avLst/>
            <a:gdLst>
              <a:gd name="connsiteX0" fmla="*/ 672860 w 6858000"/>
              <a:gd name="connsiteY0" fmla="*/ 3674853 h 8643668"/>
              <a:gd name="connsiteX1" fmla="*/ 672860 w 6858000"/>
              <a:gd name="connsiteY1" fmla="*/ 8022566 h 8643668"/>
              <a:gd name="connsiteX2" fmla="*/ 3429000 w 6858000"/>
              <a:gd name="connsiteY2" fmla="*/ 8022566 h 8643668"/>
              <a:gd name="connsiteX3" fmla="*/ 3429000 w 6858000"/>
              <a:gd name="connsiteY3" fmla="*/ 3674853 h 8643668"/>
              <a:gd name="connsiteX4" fmla="*/ 0 w 6858000"/>
              <a:gd name="connsiteY4" fmla="*/ 0 h 8643668"/>
              <a:gd name="connsiteX5" fmla="*/ 6858000 w 6858000"/>
              <a:gd name="connsiteY5" fmla="*/ 0 h 8643668"/>
              <a:gd name="connsiteX6" fmla="*/ 6858000 w 6858000"/>
              <a:gd name="connsiteY6" fmla="*/ 8643668 h 8643668"/>
              <a:gd name="connsiteX7" fmla="*/ 0 w 6858000"/>
              <a:gd name="connsiteY7" fmla="*/ 8643668 h 864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8643668">
                <a:moveTo>
                  <a:pt x="672860" y="3674853"/>
                </a:moveTo>
                <a:lnTo>
                  <a:pt x="672860" y="8022566"/>
                </a:lnTo>
                <a:lnTo>
                  <a:pt x="3429000" y="8022566"/>
                </a:lnTo>
                <a:lnTo>
                  <a:pt x="3429000" y="3674853"/>
                </a:lnTo>
                <a:close/>
                <a:moveTo>
                  <a:pt x="0" y="0"/>
                </a:moveTo>
                <a:lnTo>
                  <a:pt x="6858000" y="0"/>
                </a:lnTo>
                <a:lnTo>
                  <a:pt x="6858000" y="8643668"/>
                </a:lnTo>
                <a:lnTo>
                  <a:pt x="0" y="8643668"/>
                </a:lnTo>
                <a:close/>
              </a:path>
            </a:pathLst>
          </a:custGeom>
          <a:gradFill>
            <a:gsLst>
              <a:gs pos="0">
                <a:srgbClr val="000C47"/>
              </a:gs>
              <a:gs pos="19000">
                <a:srgbClr val="000C47"/>
              </a:gs>
              <a:gs pos="75000">
                <a:srgbClr val="011893"/>
              </a:gs>
              <a:gs pos="100000">
                <a:srgbClr val="011893"/>
              </a:gs>
            </a:gsLst>
            <a:lin ang="18900000" scaled="1"/>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173038" indent="-173038" algn="ctr">
              <a:buFont typeface="Wingdings" panose="05000000000000000000" pitchFamily="2" charset="2"/>
              <a:buChar char="§"/>
            </a:pPr>
            <a:endParaRPr lang="en-FR" sz="1200" dirty="0">
              <a:solidFill>
                <a:schemeClr val="tx1"/>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BDDDC69-1E75-B877-226B-1FF8C3617454}"/>
              </a:ext>
            </a:extLst>
          </p:cNvPr>
          <p:cNvSpPr txBox="1">
            <a:spLocks noGrp="1" noRot="1" noMove="1" noResize="1" noEditPoints="1" noAdjustHandles="1" noChangeArrowheads="1" noChangeShapeType="1"/>
          </p:cNvSpPr>
          <p:nvPr userDrawn="1"/>
        </p:nvSpPr>
        <p:spPr>
          <a:xfrm>
            <a:off x="1909494" y="2943924"/>
            <a:ext cx="4948506" cy="1653851"/>
          </a:xfrm>
          <a:prstGeom prst="rect">
            <a:avLst/>
          </a:prstGeom>
          <a:noFill/>
        </p:spPr>
        <p:txBody>
          <a:bodyPr wrap="square" rtlCol="0">
            <a:spAutoFit/>
          </a:bodyPr>
          <a:lstStyle/>
          <a:p>
            <a:pPr>
              <a:lnSpc>
                <a:spcPct val="120000"/>
              </a:lnSpc>
            </a:pPr>
            <a:r>
              <a:rPr lang="en-FR" sz="4400" b="1" dirty="0">
                <a:solidFill>
                  <a:schemeClr val="bg1"/>
                </a:solidFill>
                <a:latin typeface="Avenir Next LT Pro" panose="020B0504020202020204" pitchFamily="34" charset="77"/>
              </a:rPr>
              <a:t>Detailed Equity Research Report </a:t>
            </a:r>
          </a:p>
        </p:txBody>
      </p:sp>
      <p:sp>
        <p:nvSpPr>
          <p:cNvPr id="10" name="TextBox 9">
            <a:extLst>
              <a:ext uri="{FF2B5EF4-FFF2-40B4-BE49-F238E27FC236}">
                <a16:creationId xmlns:a16="http://schemas.microsoft.com/office/drawing/2014/main" id="{A7AE525F-2974-08DE-C9AC-29207CA662DA}"/>
              </a:ext>
            </a:extLst>
          </p:cNvPr>
          <p:cNvSpPr txBox="1">
            <a:spLocks noGrp="1" noRot="1" noMove="1" noResize="1" noEditPoints="1" noAdjustHandles="1" noChangeArrowheads="1" noChangeShapeType="1"/>
          </p:cNvSpPr>
          <p:nvPr userDrawn="1"/>
        </p:nvSpPr>
        <p:spPr>
          <a:xfrm>
            <a:off x="5166000" y="449365"/>
            <a:ext cx="1692000" cy="830997"/>
          </a:xfrm>
          <a:prstGeom prst="rect">
            <a:avLst/>
          </a:prstGeom>
          <a:noFill/>
        </p:spPr>
        <p:txBody>
          <a:bodyPr wrap="square" rtlCol="0">
            <a:spAutoFit/>
          </a:bodyPr>
          <a:lstStyle/>
          <a:p>
            <a:r>
              <a:rPr lang="en-FR" sz="2400" b="1" dirty="0">
                <a:solidFill>
                  <a:schemeClr val="bg1"/>
                </a:solidFill>
                <a:latin typeface="Times New Roman" panose="02020603050405020304" pitchFamily="18" charset="0"/>
                <a:cs typeface="Times New Roman" panose="02020603050405020304" pitchFamily="18" charset="0"/>
              </a:rPr>
              <a:t>Inicio Financial</a:t>
            </a:r>
          </a:p>
        </p:txBody>
      </p:sp>
      <p:sp>
        <p:nvSpPr>
          <p:cNvPr id="14" name="Rectangle 13">
            <a:extLst>
              <a:ext uri="{FF2B5EF4-FFF2-40B4-BE49-F238E27FC236}">
                <a16:creationId xmlns:a16="http://schemas.microsoft.com/office/drawing/2014/main" id="{B0B455DA-1CCC-C38E-6447-CD6ADF00CDEF}"/>
              </a:ext>
            </a:extLst>
          </p:cNvPr>
          <p:cNvSpPr/>
          <p:nvPr userDrawn="1"/>
        </p:nvSpPr>
        <p:spPr>
          <a:xfrm>
            <a:off x="0" y="9006000"/>
            <a:ext cx="6858000" cy="90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FR" sz="1200" dirty="0">
              <a:solidFill>
                <a:schemeClr val="tx1"/>
              </a:solidFill>
              <a:latin typeface="Arial" panose="020B0604020202020204" pitchFamily="34" charset="0"/>
              <a:cs typeface="Arial" panose="020B0604020202020204" pitchFamily="34" charset="0"/>
            </a:endParaRPr>
          </a:p>
        </p:txBody>
      </p:sp>
      <p:sp>
        <p:nvSpPr>
          <p:cNvPr id="15" name="Footer Placeholder 14">
            <a:extLst>
              <a:ext uri="{FF2B5EF4-FFF2-40B4-BE49-F238E27FC236}">
                <a16:creationId xmlns:a16="http://schemas.microsoft.com/office/drawing/2014/main" id="{F39987D8-E5E4-6262-7990-239B21306F67}"/>
              </a:ext>
            </a:extLst>
          </p:cNvPr>
          <p:cNvSpPr>
            <a:spLocks noGrp="1"/>
          </p:cNvSpPr>
          <p:nvPr>
            <p:ph type="ftr" sz="quarter" idx="10"/>
          </p:nvPr>
        </p:nvSpPr>
        <p:spPr/>
        <p:txBody>
          <a:bodyPr/>
          <a:lstStyle/>
          <a:p>
            <a:r>
              <a:rPr lang="en-GB"/>
              <a:t>N° X – Month YYYY</a:t>
            </a:r>
            <a:endParaRPr lang="en-FR"/>
          </a:p>
        </p:txBody>
      </p:sp>
      <p:sp>
        <p:nvSpPr>
          <p:cNvPr id="5" name="TextBox 4">
            <a:extLst>
              <a:ext uri="{FF2B5EF4-FFF2-40B4-BE49-F238E27FC236}">
                <a16:creationId xmlns:a16="http://schemas.microsoft.com/office/drawing/2014/main" id="{CDF0275C-661F-28F4-4A27-3E417ED6BC1E}"/>
              </a:ext>
            </a:extLst>
          </p:cNvPr>
          <p:cNvSpPr txBox="1">
            <a:spLocks noGrp="1" noRot="1" noMove="1" noResize="1" noEditPoints="1" noAdjustHandles="1" noChangeArrowheads="1" noChangeShapeType="1"/>
          </p:cNvSpPr>
          <p:nvPr userDrawn="1"/>
        </p:nvSpPr>
        <p:spPr>
          <a:xfrm>
            <a:off x="3947249" y="5042256"/>
            <a:ext cx="2437502" cy="646331"/>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20000"/>
              </a:spcBef>
              <a:spcAft>
                <a:spcPct val="0"/>
              </a:spcAft>
              <a:buClrTx/>
              <a:buSzPct val="120000"/>
              <a:buFont typeface="Wingdings" panose="05000000000000000000" pitchFamily="2" charset="2"/>
              <a:buNone/>
              <a:tabLst/>
              <a:defRPr/>
            </a:pPr>
            <a:r>
              <a:rPr kumimoji="0" lang="en-FR" sz="1200" b="0" i="0" u="none" strike="noStrike" kern="1200" cap="none" spc="0" normalizeH="0" baseline="0" noProof="0" dirty="0">
                <a:ln>
                  <a:noFill/>
                </a:ln>
                <a:solidFill>
                  <a:schemeClr val="bg1"/>
                </a:solidFill>
                <a:effectLst/>
                <a:uLnTx/>
                <a:uFillTx/>
                <a:latin typeface="Avenir Next LT Pro" panose="020B0504020202020204" pitchFamily="34" charset="77"/>
                <a:ea typeface="+mn-ea"/>
                <a:cs typeface="+mn-cs"/>
              </a:rPr>
              <a:t>Some sub-title to explain the purpose of the research like blabla (preferably +2 lines)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a:xfrm>
            <a:off x="4914900" y="9296211"/>
            <a:ext cx="1600200" cy="297172"/>
          </a:xfrm>
          <a:prstGeom prst="rect">
            <a:avLst/>
          </a:prstGeom>
        </p:spPr>
        <p:txBody>
          <a:bodyPr anchor="b"/>
          <a:lstStyle>
            <a:lvl1pPr algn="r">
              <a:defRPr sz="1000">
                <a:solidFill>
                  <a:schemeClr val="bg1">
                    <a:lumMod val="50000"/>
                  </a:schemeClr>
                </a:solidFill>
                <a:latin typeface="Avenir Next LT Pro" panose="020B0504020202020204" pitchFamily="34" charset="77"/>
              </a:defRPr>
            </a:lvl1pPr>
          </a:lstStyle>
          <a:p>
            <a:pPr>
              <a:defRPr/>
            </a:pPr>
            <a:fld id="{F3061CA0-25DC-4820-AE0E-3088C346EE0F}" type="slidenum">
              <a:rPr lang="en-US" smtClean="0"/>
              <a:pPr>
                <a:defRPr/>
              </a:pPr>
              <a:t>‹#›</a:t>
            </a:fld>
            <a:endParaRPr lang="en-US" dirty="0"/>
          </a:p>
        </p:txBody>
      </p:sp>
      <p:sp>
        <p:nvSpPr>
          <p:cNvPr id="14" name="Footer Placeholder 4">
            <a:extLst>
              <a:ext uri="{FF2B5EF4-FFF2-40B4-BE49-F238E27FC236}">
                <a16:creationId xmlns:a16="http://schemas.microsoft.com/office/drawing/2014/main" id="{4B2B3303-0009-049D-DF1F-17D6C1C4FE25}"/>
              </a:ext>
            </a:extLst>
          </p:cNvPr>
          <p:cNvSpPr txBox="1">
            <a:spLocks/>
          </p:cNvSpPr>
          <p:nvPr userDrawn="1"/>
        </p:nvSpPr>
        <p:spPr>
          <a:xfrm>
            <a:off x="2343150" y="288000"/>
            <a:ext cx="2171700" cy="297171"/>
          </a:xfrm>
          <a:prstGeom prst="rect">
            <a:avLst/>
          </a:prstGeom>
        </p:spPr>
        <p:txBody>
          <a:bodyPr vert="horz" lIns="91440" tIns="45720" rIns="91440" bIns="45720" rtlCol="0" anchor="ctr"/>
          <a:lstStyle>
            <a:defPPr>
              <a:defRPr lang="en-US"/>
            </a:defPPr>
            <a:lvl1pPr algn="ctr" rtl="0" fontAlgn="auto">
              <a:spcBef>
                <a:spcPts val="0"/>
              </a:spcBef>
              <a:spcAft>
                <a:spcPts val="0"/>
              </a:spcAft>
              <a:defRPr sz="900" kern="1200">
                <a:solidFill>
                  <a:schemeClr val="tx1">
                    <a:tint val="75000"/>
                  </a:schemeClr>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US" sz="1400" dirty="0">
                <a:latin typeface="Times New Roman" panose="02020603050405020304" pitchFamily="18" charset="0"/>
                <a:cs typeface="Times New Roman" panose="02020603050405020304" pitchFamily="18" charset="0"/>
              </a:rPr>
              <a:t>Title</a:t>
            </a:r>
            <a:endParaRPr lang="en-US" sz="1200" dirty="0">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548933EC-4E97-093E-402E-927268F4EE4F}"/>
              </a:ext>
            </a:extLst>
          </p:cNvPr>
          <p:cNvCxnSpPr>
            <a:cxnSpLocks/>
          </p:cNvCxnSpPr>
          <p:nvPr userDrawn="1"/>
        </p:nvCxnSpPr>
        <p:spPr>
          <a:xfrm>
            <a:off x="342001" y="720000"/>
            <a:ext cx="6173999" cy="0"/>
          </a:xfrm>
          <a:prstGeom prst="line">
            <a:avLst/>
          </a:prstGeom>
          <a:ln w="31750">
            <a:solidFill>
              <a:srgbClr val="011893"/>
            </a:solidFill>
          </a:ln>
        </p:spPr>
        <p:style>
          <a:lnRef idx="1">
            <a:schemeClr val="accent1"/>
          </a:lnRef>
          <a:fillRef idx="0">
            <a:schemeClr val="accent1"/>
          </a:fillRef>
          <a:effectRef idx="0">
            <a:schemeClr val="accent1"/>
          </a:effectRef>
          <a:fontRef idx="minor">
            <a:schemeClr val="tx1"/>
          </a:fontRef>
        </p:style>
      </p:cxnSp>
      <p:sp>
        <p:nvSpPr>
          <p:cNvPr id="19" name="Text Placeholder 18">
            <a:extLst>
              <a:ext uri="{FF2B5EF4-FFF2-40B4-BE49-F238E27FC236}">
                <a16:creationId xmlns:a16="http://schemas.microsoft.com/office/drawing/2014/main" id="{184A205C-54A2-43B5-A7C8-74635F15D790}"/>
              </a:ext>
            </a:extLst>
          </p:cNvPr>
          <p:cNvSpPr>
            <a:spLocks noGrp="1"/>
          </p:cNvSpPr>
          <p:nvPr>
            <p:ph type="body" sz="quarter" idx="14"/>
          </p:nvPr>
        </p:nvSpPr>
        <p:spPr>
          <a:xfrm>
            <a:off x="342000" y="992999"/>
            <a:ext cx="6173999" cy="8071649"/>
          </a:xfrm>
          <a:prstGeom prst="rect">
            <a:avLst/>
          </a:prstGeom>
        </p:spPr>
        <p:txBody>
          <a:bodyPr numCol="2" spcCol="288000"/>
          <a:lstStyle>
            <a:lvl1pPr marL="0" indent="0" algn="just">
              <a:lnSpc>
                <a:spcPct val="120000"/>
              </a:lnSpc>
              <a:spcBef>
                <a:spcPts val="300"/>
              </a:spcBef>
              <a:spcAft>
                <a:spcPts val="900"/>
              </a:spcAft>
              <a:buNone/>
              <a:defRPr sz="1100">
                <a:solidFill>
                  <a:srgbClr val="000C47"/>
                </a:solidFill>
                <a:latin typeface="Avenir Next LT Pro" panose="020B0504020202020204" pitchFamily="34" charset="77"/>
              </a:defRPr>
            </a:lvl1pPr>
            <a:lvl2pPr marL="259545" indent="-129773" algn="just">
              <a:buClr>
                <a:srgbClr val="000C47"/>
              </a:buClr>
              <a:buFont typeface="Arial" panose="020B0604020202020204" pitchFamily="34" charset="0"/>
              <a:buChar char="•"/>
              <a:defRPr sz="1100">
                <a:solidFill>
                  <a:srgbClr val="000C47"/>
                </a:solidFill>
                <a:latin typeface="Avenir Next LT Pro" panose="020B0504020202020204" pitchFamily="34" charset="77"/>
              </a:defRPr>
            </a:lvl2pPr>
            <a:lvl3pPr algn="just">
              <a:defRPr/>
            </a:lvl3pPr>
            <a:lvl4pPr algn="just">
              <a:defRPr/>
            </a:lvl4pPr>
            <a:lvl5pPr algn="jus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FR" dirty="0"/>
          </a:p>
        </p:txBody>
      </p:sp>
      <p:sp>
        <p:nvSpPr>
          <p:cNvPr id="22" name="Footer Placeholder 21">
            <a:extLst>
              <a:ext uri="{FF2B5EF4-FFF2-40B4-BE49-F238E27FC236}">
                <a16:creationId xmlns:a16="http://schemas.microsoft.com/office/drawing/2014/main" id="{26A1C607-897C-CDFB-0517-9F5C4BEFEB47}"/>
              </a:ext>
            </a:extLst>
          </p:cNvPr>
          <p:cNvSpPr>
            <a:spLocks noGrp="1"/>
          </p:cNvSpPr>
          <p:nvPr>
            <p:ph type="ftr" sz="quarter" idx="15"/>
          </p:nvPr>
        </p:nvSpPr>
        <p:spPr/>
        <p:txBody>
          <a:bodyPr/>
          <a:lstStyle/>
          <a:p>
            <a:r>
              <a:rPr lang="en-GB"/>
              <a:t>N° X – Month YYYY</a:t>
            </a:r>
            <a:endParaRPr lang="en-FR" dirty="0"/>
          </a:p>
        </p:txBody>
      </p: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 References">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a:xfrm>
            <a:off x="4914900" y="9296211"/>
            <a:ext cx="1600200" cy="297172"/>
          </a:xfrm>
          <a:prstGeom prst="rect">
            <a:avLst/>
          </a:prstGeom>
        </p:spPr>
        <p:txBody>
          <a:bodyPr anchor="b"/>
          <a:lstStyle>
            <a:lvl1pPr algn="r">
              <a:defRPr sz="1000">
                <a:solidFill>
                  <a:schemeClr val="bg1">
                    <a:lumMod val="50000"/>
                  </a:schemeClr>
                </a:solidFill>
                <a:latin typeface="Avenir Next LT Pro" panose="020B0504020202020204" pitchFamily="34" charset="77"/>
              </a:defRPr>
            </a:lvl1pPr>
          </a:lstStyle>
          <a:p>
            <a:pPr>
              <a:defRPr/>
            </a:pPr>
            <a:fld id="{F3061CA0-25DC-4820-AE0E-3088C346EE0F}" type="slidenum">
              <a:rPr lang="en-US" smtClean="0"/>
              <a:pPr>
                <a:defRPr/>
              </a:pPr>
              <a:t>‹#›</a:t>
            </a:fld>
            <a:endParaRPr lang="en-US" dirty="0"/>
          </a:p>
        </p:txBody>
      </p:sp>
      <p:sp>
        <p:nvSpPr>
          <p:cNvPr id="10" name="Text Placeholder 6">
            <a:extLst>
              <a:ext uri="{FF2B5EF4-FFF2-40B4-BE49-F238E27FC236}">
                <a16:creationId xmlns:a16="http://schemas.microsoft.com/office/drawing/2014/main" id="{8E8FCE06-73B8-B92D-46B2-BFBD6A9E78B8}"/>
              </a:ext>
            </a:extLst>
          </p:cNvPr>
          <p:cNvSpPr>
            <a:spLocks noGrp="1"/>
          </p:cNvSpPr>
          <p:nvPr>
            <p:ph type="body" sz="quarter" idx="15" hasCustomPrompt="1"/>
          </p:nvPr>
        </p:nvSpPr>
        <p:spPr>
          <a:xfrm>
            <a:off x="342000" y="8344658"/>
            <a:ext cx="6173100" cy="720000"/>
          </a:xfrm>
          <a:prstGeom prst="rect">
            <a:avLst/>
          </a:prstGeom>
        </p:spPr>
        <p:txBody>
          <a:bodyPr tIns="90000"/>
          <a:lstStyle>
            <a:lvl1pPr marL="228600" indent="-228600">
              <a:buClr>
                <a:srgbClr val="000C47"/>
              </a:buClr>
              <a:buSzPct val="100000"/>
              <a:buFont typeface="+mj-lt"/>
              <a:buAutoNum type="arabicPeriod"/>
              <a:defRPr sz="800">
                <a:solidFill>
                  <a:srgbClr val="000C47"/>
                </a:solidFill>
                <a:latin typeface="Avenir Next LT Pro" panose="020B0504020202020204" pitchFamily="34" charset="77"/>
              </a:defRPr>
            </a:lvl1pPr>
          </a:lstStyle>
          <a:p>
            <a:pPr lvl="0"/>
            <a:r>
              <a:rPr lang="en-GB" dirty="0"/>
              <a:t>REFERENCES AND NOTES</a:t>
            </a:r>
            <a:endParaRPr lang="en-FR" dirty="0"/>
          </a:p>
        </p:txBody>
      </p:sp>
      <p:cxnSp>
        <p:nvCxnSpPr>
          <p:cNvPr id="12" name="Straight Connector 11">
            <a:extLst>
              <a:ext uri="{FF2B5EF4-FFF2-40B4-BE49-F238E27FC236}">
                <a16:creationId xmlns:a16="http://schemas.microsoft.com/office/drawing/2014/main" id="{2FA06BB7-1180-89C2-F2E1-2B236B31B86A}"/>
              </a:ext>
            </a:extLst>
          </p:cNvPr>
          <p:cNvCxnSpPr>
            <a:cxnSpLocks/>
          </p:cNvCxnSpPr>
          <p:nvPr userDrawn="1"/>
        </p:nvCxnSpPr>
        <p:spPr>
          <a:xfrm flipV="1">
            <a:off x="342000" y="8344658"/>
            <a:ext cx="4140000" cy="0"/>
          </a:xfrm>
          <a:prstGeom prst="line">
            <a:avLst/>
          </a:prstGeom>
          <a:ln w="31750">
            <a:solidFill>
              <a:srgbClr val="011893"/>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CCCDE027-C9DC-45EB-333C-A3945A71C8C3}"/>
              </a:ext>
            </a:extLst>
          </p:cNvPr>
          <p:cNvSpPr txBox="1">
            <a:spLocks/>
          </p:cNvSpPr>
          <p:nvPr userDrawn="1"/>
        </p:nvSpPr>
        <p:spPr>
          <a:xfrm>
            <a:off x="2343150" y="288000"/>
            <a:ext cx="2171700" cy="297171"/>
          </a:xfrm>
          <a:prstGeom prst="rect">
            <a:avLst/>
          </a:prstGeom>
        </p:spPr>
        <p:txBody>
          <a:bodyPr vert="horz" lIns="91440" tIns="45720" rIns="91440" bIns="45720" rtlCol="0" anchor="ctr"/>
          <a:lstStyle>
            <a:defPPr>
              <a:defRPr lang="en-US"/>
            </a:defPPr>
            <a:lvl1pPr algn="ctr" rtl="0" fontAlgn="auto">
              <a:spcBef>
                <a:spcPts val="0"/>
              </a:spcBef>
              <a:spcAft>
                <a:spcPts val="0"/>
              </a:spcAft>
              <a:defRPr sz="900" kern="1200">
                <a:solidFill>
                  <a:schemeClr val="tx1">
                    <a:tint val="75000"/>
                  </a:schemeClr>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US" sz="1400" dirty="0">
                <a:latin typeface="Times New Roman" panose="02020603050405020304" pitchFamily="18" charset="0"/>
                <a:cs typeface="Times New Roman" panose="02020603050405020304" pitchFamily="18" charset="0"/>
              </a:rPr>
              <a:t>Title</a:t>
            </a:r>
            <a:endParaRPr lang="en-US" sz="12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C208F18-EAFE-83AA-6356-AAB3BDD2F380}"/>
              </a:ext>
            </a:extLst>
          </p:cNvPr>
          <p:cNvCxnSpPr>
            <a:cxnSpLocks/>
          </p:cNvCxnSpPr>
          <p:nvPr userDrawn="1"/>
        </p:nvCxnSpPr>
        <p:spPr>
          <a:xfrm>
            <a:off x="342001" y="720000"/>
            <a:ext cx="6173999" cy="0"/>
          </a:xfrm>
          <a:prstGeom prst="line">
            <a:avLst/>
          </a:prstGeom>
          <a:ln w="31750">
            <a:solidFill>
              <a:srgbClr val="011893"/>
            </a:solidFill>
          </a:ln>
        </p:spPr>
        <p:style>
          <a:lnRef idx="1">
            <a:schemeClr val="accent1"/>
          </a:lnRef>
          <a:fillRef idx="0">
            <a:schemeClr val="accent1"/>
          </a:fillRef>
          <a:effectRef idx="0">
            <a:schemeClr val="accent1"/>
          </a:effectRef>
          <a:fontRef idx="minor">
            <a:schemeClr val="tx1"/>
          </a:fontRef>
        </p:style>
      </p:cxnSp>
      <p:sp>
        <p:nvSpPr>
          <p:cNvPr id="5" name="Text Placeholder 18">
            <a:extLst>
              <a:ext uri="{FF2B5EF4-FFF2-40B4-BE49-F238E27FC236}">
                <a16:creationId xmlns:a16="http://schemas.microsoft.com/office/drawing/2014/main" id="{A346F3D3-3141-8027-0A08-54A37C8408DD}"/>
              </a:ext>
            </a:extLst>
          </p:cNvPr>
          <p:cNvSpPr>
            <a:spLocks noGrp="1"/>
          </p:cNvSpPr>
          <p:nvPr>
            <p:ph type="body" sz="quarter" idx="14"/>
          </p:nvPr>
        </p:nvSpPr>
        <p:spPr>
          <a:xfrm>
            <a:off x="342000" y="993000"/>
            <a:ext cx="6173999" cy="7216828"/>
          </a:xfrm>
          <a:prstGeom prst="rect">
            <a:avLst/>
          </a:prstGeom>
        </p:spPr>
        <p:txBody>
          <a:bodyPr numCol="2" spcCol="288000"/>
          <a:lstStyle>
            <a:lvl1pPr marL="0" indent="0">
              <a:lnSpc>
                <a:spcPct val="120000"/>
              </a:lnSpc>
              <a:spcBef>
                <a:spcPts val="300"/>
              </a:spcBef>
              <a:spcAft>
                <a:spcPts val="900"/>
              </a:spcAft>
              <a:buNone/>
              <a:defRPr sz="1100">
                <a:solidFill>
                  <a:srgbClr val="000C47"/>
                </a:solidFill>
                <a:latin typeface="Avenir Next LT Pro" panose="020B0504020202020204" pitchFamily="34" charset="77"/>
              </a:defRPr>
            </a:lvl1pPr>
            <a:lvl2pPr marL="259545" indent="-129773">
              <a:buClr>
                <a:srgbClr val="000C47"/>
              </a:buClr>
              <a:buFont typeface="Arial" panose="020B0604020202020204" pitchFamily="34" charset="0"/>
              <a:buChar char="•"/>
              <a:defRPr sz="1100">
                <a:solidFill>
                  <a:srgbClr val="000C47"/>
                </a:solidFill>
                <a:latin typeface="Avenir Next LT Pro" panose="020B0504020202020204" pitchFamily="34" charset="77"/>
              </a:defRPr>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FR" dirty="0"/>
          </a:p>
        </p:txBody>
      </p:sp>
      <p:sp>
        <p:nvSpPr>
          <p:cNvPr id="6" name="Footer Placeholder 5">
            <a:extLst>
              <a:ext uri="{FF2B5EF4-FFF2-40B4-BE49-F238E27FC236}">
                <a16:creationId xmlns:a16="http://schemas.microsoft.com/office/drawing/2014/main" id="{F5389633-D21F-2D69-E221-C4D9F84BBC00}"/>
              </a:ext>
            </a:extLst>
          </p:cNvPr>
          <p:cNvSpPr>
            <a:spLocks noGrp="1"/>
          </p:cNvSpPr>
          <p:nvPr>
            <p:ph type="ftr" sz="quarter" idx="16"/>
          </p:nvPr>
        </p:nvSpPr>
        <p:spPr/>
        <p:txBody>
          <a:bodyPr/>
          <a:lstStyle/>
          <a:p>
            <a:r>
              <a:rPr lang="en-GB"/>
              <a:t>N° X – Month YYYY</a:t>
            </a:r>
            <a:endParaRPr lang="en-FR"/>
          </a:p>
        </p:txBody>
      </p:sp>
    </p:spTree>
    <p:extLst>
      <p:ext uri="{BB962C8B-B14F-4D97-AF65-F5344CB8AC3E}">
        <p14:creationId xmlns:p14="http://schemas.microsoft.com/office/powerpoint/2010/main" val="429417710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Box 7"/>
          <p:cNvSpPr txBox="1"/>
          <p:nvPr userDrawn="1"/>
        </p:nvSpPr>
        <p:spPr>
          <a:xfrm>
            <a:off x="-2571750" y="558760"/>
            <a:ext cx="2400300" cy="107721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450"/>
              </a:spcBef>
              <a:spcAft>
                <a:spcPts val="450"/>
              </a:spcAft>
            </a:pPr>
            <a:r>
              <a:rPr lang="en-US" sz="1800" b="1">
                <a:solidFill>
                  <a:prstClr val="black"/>
                </a:solidFill>
                <a:latin typeface="Arial" panose="020B0604020202020204" pitchFamily="34" charset="0"/>
                <a:cs typeface="Arial" panose="020B0604020202020204" pitchFamily="34" charset="0"/>
              </a:rPr>
              <a:t>Arial Slide</a:t>
            </a:r>
            <a:r>
              <a:rPr lang="en-US" sz="1800" b="1" baseline="0">
                <a:solidFill>
                  <a:prstClr val="black"/>
                </a:solidFill>
                <a:latin typeface="Arial" panose="020B0604020202020204" pitchFamily="34" charset="0"/>
                <a:cs typeface="Arial" panose="020B0604020202020204" pitchFamily="34" charset="0"/>
              </a:rPr>
              <a:t> </a:t>
            </a:r>
            <a:r>
              <a:rPr lang="en-US" sz="1800" b="1">
                <a:solidFill>
                  <a:prstClr val="black"/>
                </a:solidFill>
                <a:latin typeface="Arial" panose="020B0604020202020204" pitchFamily="34" charset="0"/>
                <a:cs typeface="Arial" panose="020B0604020202020204" pitchFamily="34" charset="0"/>
              </a:rPr>
              <a:t>Title – 24</a:t>
            </a:r>
            <a:endParaRPr lang="en-US" sz="1350">
              <a:solidFill>
                <a:prstClr val="black"/>
              </a:solidFill>
              <a:latin typeface="Arial" panose="020B0604020202020204" pitchFamily="34" charset="0"/>
              <a:cs typeface="Arial" panose="020B0604020202020204" pitchFamily="34" charset="0"/>
            </a:endParaRPr>
          </a:p>
          <a:p>
            <a:pPr algn="r">
              <a:spcBef>
                <a:spcPts val="450"/>
              </a:spcBef>
              <a:spcAft>
                <a:spcPts val="450"/>
              </a:spcAft>
              <a:defRPr/>
            </a:pPr>
            <a:r>
              <a:rPr lang="en-US" sz="1050">
                <a:solidFill>
                  <a:prstClr val="black"/>
                </a:solidFill>
                <a:latin typeface="Arial" panose="020B0604020202020204" pitchFamily="34" charset="0"/>
                <a:cs typeface="Arial" panose="020B0604020202020204" pitchFamily="34" charset="0"/>
              </a:rPr>
              <a:t>Content</a:t>
            </a:r>
            <a:r>
              <a:rPr lang="en-US" sz="1050" baseline="0">
                <a:solidFill>
                  <a:prstClr val="black"/>
                </a:solidFill>
                <a:latin typeface="Arial" panose="020B0604020202020204" pitchFamily="34" charset="0"/>
                <a:cs typeface="Arial" panose="020B0604020202020204" pitchFamily="34" charset="0"/>
              </a:rPr>
              <a:t>/Section Title </a:t>
            </a:r>
            <a:r>
              <a:rPr lang="en-US" sz="1050">
                <a:solidFill>
                  <a:prstClr val="black"/>
                </a:solidFill>
                <a:latin typeface="Arial" panose="020B0604020202020204" pitchFamily="34" charset="0"/>
                <a:cs typeface="Arial" panose="020B0604020202020204" pitchFamily="34" charset="0"/>
              </a:rPr>
              <a:t>Text – 14</a:t>
            </a:r>
          </a:p>
          <a:p>
            <a:pPr algn="r">
              <a:spcBef>
                <a:spcPts val="450"/>
              </a:spcBef>
              <a:spcAft>
                <a:spcPts val="450"/>
              </a:spcAft>
              <a:defRPr/>
            </a:pPr>
            <a:r>
              <a:rPr lang="en-US" sz="900">
                <a:solidFill>
                  <a:prstClr val="black"/>
                </a:solidFill>
                <a:latin typeface="Arial" panose="020B0604020202020204" pitchFamily="34" charset="0"/>
                <a:cs typeface="Arial" panose="020B0604020202020204" pitchFamily="34" charset="0"/>
              </a:rPr>
              <a:t>Bullet</a:t>
            </a:r>
            <a:r>
              <a:rPr lang="en-US" sz="900" baseline="0">
                <a:solidFill>
                  <a:prstClr val="black"/>
                </a:solidFill>
                <a:latin typeface="Arial" panose="020B0604020202020204" pitchFamily="34" charset="0"/>
                <a:cs typeface="Arial" panose="020B0604020202020204" pitchFamily="34" charset="0"/>
              </a:rPr>
              <a:t> and Subtitle Text</a:t>
            </a:r>
            <a:r>
              <a:rPr lang="en-US" sz="900">
                <a:solidFill>
                  <a:prstClr val="black"/>
                </a:solidFill>
                <a:latin typeface="Arial" panose="020B0604020202020204" pitchFamily="34" charset="0"/>
                <a:cs typeface="Arial" panose="020B0604020202020204" pitchFamily="34" charset="0"/>
              </a:rPr>
              <a:t> – 12</a:t>
            </a:r>
          </a:p>
          <a:p>
            <a:pPr algn="r">
              <a:spcBef>
                <a:spcPts val="450"/>
              </a:spcBef>
              <a:spcAft>
                <a:spcPts val="450"/>
              </a:spcAft>
              <a:defRPr/>
            </a:pPr>
            <a:r>
              <a:rPr lang="en-US" sz="750">
                <a:solidFill>
                  <a:prstClr val="black"/>
                </a:solidFill>
                <a:latin typeface="Arial" panose="020B0604020202020204" pitchFamily="34" charset="0"/>
                <a:cs typeface="Arial" panose="020B0604020202020204" pitchFamily="34" charset="0"/>
              </a:rPr>
              <a:t>Chart</a:t>
            </a:r>
            <a:r>
              <a:rPr lang="en-US" sz="750" baseline="0">
                <a:solidFill>
                  <a:prstClr val="black"/>
                </a:solidFill>
                <a:latin typeface="Arial" panose="020B0604020202020204" pitchFamily="34" charset="0"/>
                <a:cs typeface="Arial" panose="020B0604020202020204" pitchFamily="34" charset="0"/>
              </a:rPr>
              <a:t>, </a:t>
            </a:r>
            <a:r>
              <a:rPr lang="en-US" sz="750">
                <a:solidFill>
                  <a:prstClr val="black"/>
                </a:solidFill>
                <a:latin typeface="Arial" panose="020B0604020202020204" pitchFamily="34" charset="0"/>
                <a:cs typeface="Arial" panose="020B0604020202020204" pitchFamily="34" charset="0"/>
              </a:rPr>
              <a:t>Profile,</a:t>
            </a:r>
            <a:r>
              <a:rPr lang="en-US" sz="750" baseline="0">
                <a:solidFill>
                  <a:prstClr val="black"/>
                </a:solidFill>
                <a:latin typeface="Arial" panose="020B0604020202020204" pitchFamily="34" charset="0"/>
                <a:cs typeface="Arial" panose="020B0604020202020204" pitchFamily="34" charset="0"/>
              </a:rPr>
              <a:t> and Currency </a:t>
            </a:r>
            <a:r>
              <a:rPr lang="en-US" sz="750">
                <a:solidFill>
                  <a:prstClr val="black"/>
                </a:solidFill>
                <a:latin typeface="Arial" panose="020B0604020202020204" pitchFamily="34" charset="0"/>
                <a:cs typeface="Arial" panose="020B0604020202020204" pitchFamily="34" charset="0"/>
              </a:rPr>
              <a:t>Text – 10</a:t>
            </a:r>
          </a:p>
        </p:txBody>
      </p:sp>
      <p:sp>
        <p:nvSpPr>
          <p:cNvPr id="9" name="Rectangle 8"/>
          <p:cNvSpPr/>
          <p:nvPr userDrawn="1"/>
        </p:nvSpPr>
        <p:spPr>
          <a:xfrm>
            <a:off x="-1639613" y="3842138"/>
            <a:ext cx="1468163" cy="6695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900" noProof="0">
                <a:solidFill>
                  <a:prstClr val="black"/>
                </a:solidFill>
                <a:latin typeface="Arial" panose="020B0604020202020204" pitchFamily="34" charset="0"/>
                <a:cs typeface="Arial" panose="020B0604020202020204" pitchFamily="34" charset="0"/>
              </a:rPr>
              <a:t>Outline: black, ½ pt.</a:t>
            </a:r>
          </a:p>
        </p:txBody>
      </p:sp>
      <p:sp>
        <p:nvSpPr>
          <p:cNvPr id="3" name="Rectangle 2"/>
          <p:cNvSpPr/>
          <p:nvPr userDrawn="1"/>
        </p:nvSpPr>
        <p:spPr>
          <a:xfrm>
            <a:off x="-1639613" y="4887239"/>
            <a:ext cx="1468163" cy="673608"/>
          </a:xfrm>
          <a:prstGeom prst="rect">
            <a:avLst/>
          </a:prstGeom>
          <a:solidFill>
            <a:srgbClr val="CCD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0">
                <a:solidFill>
                  <a:schemeClr val="tx1"/>
                </a:solidFill>
                <a:latin typeface="Arial" panose="020B0604020202020204" pitchFamily="34" charset="0"/>
                <a:cs typeface="Arial" panose="020B0604020202020204" pitchFamily="34" charset="0"/>
              </a:rPr>
              <a:t>204</a:t>
            </a:r>
            <a:r>
              <a:rPr lang="en-GB" sz="900" baseline="0" noProof="0">
                <a:solidFill>
                  <a:schemeClr val="tx1"/>
                </a:solidFill>
                <a:latin typeface="Arial" panose="020B0604020202020204" pitchFamily="34" charset="0"/>
                <a:cs typeface="Arial" panose="020B0604020202020204" pitchFamily="34" charset="0"/>
              </a:rPr>
              <a:t> – 209 – 215</a:t>
            </a:r>
            <a:endParaRPr lang="en-GB" sz="900" noProof="0">
              <a:solidFill>
                <a:schemeClr val="tx1"/>
              </a:solidFill>
              <a:latin typeface="Arial" panose="020B0604020202020204" pitchFamily="34" charset="0"/>
              <a:cs typeface="Arial" panose="020B0604020202020204" pitchFamily="34" charset="0"/>
            </a:endParaRPr>
          </a:p>
        </p:txBody>
      </p:sp>
      <p:sp>
        <p:nvSpPr>
          <p:cNvPr id="12" name="Rectangle 11"/>
          <p:cNvSpPr/>
          <p:nvPr userDrawn="1"/>
        </p:nvSpPr>
        <p:spPr>
          <a:xfrm>
            <a:off x="-1639613" y="5936447"/>
            <a:ext cx="1468163" cy="673608"/>
          </a:xfrm>
          <a:prstGeom prst="rect">
            <a:avLst/>
          </a:prstGeom>
          <a:solidFill>
            <a:srgbClr val="4850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0">
                <a:latin typeface="Arial" panose="020B0604020202020204" pitchFamily="34" charset="0"/>
                <a:cs typeface="Arial" panose="020B0604020202020204" pitchFamily="34" charset="0"/>
              </a:rPr>
              <a:t>72 – 80 – 89</a:t>
            </a:r>
            <a:r>
              <a:rPr lang="en-GB" sz="900" baseline="0" noProof="0">
                <a:latin typeface="Arial" panose="020B0604020202020204" pitchFamily="34" charset="0"/>
                <a:cs typeface="Arial" panose="020B0604020202020204" pitchFamily="34" charset="0"/>
              </a:rPr>
              <a:t> </a:t>
            </a:r>
            <a:endParaRPr lang="en-GB" sz="900" noProof="0">
              <a:latin typeface="Arial" panose="020B0604020202020204" pitchFamily="34" charset="0"/>
              <a:cs typeface="Arial" panose="020B0604020202020204" pitchFamily="34" charset="0"/>
            </a:endParaRPr>
          </a:p>
        </p:txBody>
      </p:sp>
      <p:sp>
        <p:nvSpPr>
          <p:cNvPr id="13" name="Rectangle 12"/>
          <p:cNvSpPr/>
          <p:nvPr userDrawn="1"/>
        </p:nvSpPr>
        <p:spPr>
          <a:xfrm>
            <a:off x="-1639613" y="6985655"/>
            <a:ext cx="1468163" cy="673608"/>
          </a:xfrm>
          <a:prstGeom prst="rect">
            <a:avLst/>
          </a:prstGeom>
          <a:solidFill>
            <a:srgbClr val="5E7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0">
                <a:latin typeface="Arial" panose="020B0604020202020204" pitchFamily="34" charset="0"/>
                <a:cs typeface="Arial" panose="020B0604020202020204" pitchFamily="34" charset="0"/>
              </a:rPr>
              <a:t>94 – 124</a:t>
            </a:r>
            <a:r>
              <a:rPr lang="en-GB" sz="900" baseline="0" noProof="0">
                <a:latin typeface="Arial" panose="020B0604020202020204" pitchFamily="34" charset="0"/>
                <a:cs typeface="Arial" panose="020B0604020202020204" pitchFamily="34" charset="0"/>
              </a:rPr>
              <a:t> – 158</a:t>
            </a:r>
            <a:endParaRPr lang="en-GB" sz="900" noProof="0">
              <a:latin typeface="Arial" panose="020B0604020202020204" pitchFamily="34" charset="0"/>
              <a:cs typeface="Arial" panose="020B0604020202020204" pitchFamily="34" charset="0"/>
            </a:endParaRPr>
          </a:p>
        </p:txBody>
      </p:sp>
      <p:sp>
        <p:nvSpPr>
          <p:cNvPr id="14" name="Rectangle 13"/>
          <p:cNvSpPr/>
          <p:nvPr userDrawn="1"/>
        </p:nvSpPr>
        <p:spPr>
          <a:xfrm>
            <a:off x="-1639613" y="8034867"/>
            <a:ext cx="1468163" cy="673608"/>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noProof="0">
                <a:latin typeface="Arial" panose="020B0604020202020204" pitchFamily="34" charset="0"/>
                <a:cs typeface="Arial" panose="020B0604020202020204" pitchFamily="34" charset="0"/>
              </a:rPr>
              <a:t>17 – 61 – 99</a:t>
            </a:r>
          </a:p>
        </p:txBody>
      </p:sp>
      <p:sp>
        <p:nvSpPr>
          <p:cNvPr id="15" name="Rectangle 14"/>
          <p:cNvSpPr/>
          <p:nvPr userDrawn="1"/>
        </p:nvSpPr>
        <p:spPr>
          <a:xfrm>
            <a:off x="-1639613" y="2797038"/>
            <a:ext cx="1468163" cy="669500"/>
          </a:xfrm>
          <a:prstGeom prst="rect">
            <a:avLst/>
          </a:prstGeom>
          <a:solidFill>
            <a:srgbClr val="113D6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8582" indent="-128582" algn="l">
              <a:buFont typeface="Wingdings" panose="05000000000000000000" pitchFamily="2" charset="2"/>
              <a:buChar char="§"/>
            </a:pPr>
            <a:r>
              <a:rPr lang="en-GB" sz="900" noProof="0">
                <a:solidFill>
                  <a:schemeClr val="bg1"/>
                </a:solidFill>
                <a:latin typeface="Arial" panose="020B0604020202020204" pitchFamily="34" charset="0"/>
                <a:cs typeface="Arial" panose="020B0604020202020204" pitchFamily="34" charset="0"/>
              </a:rPr>
              <a:t>Normal shapes w/ text</a:t>
            </a:r>
          </a:p>
        </p:txBody>
      </p:sp>
      <p:sp>
        <p:nvSpPr>
          <p:cNvPr id="7" name="Rectangle 6">
            <a:extLst>
              <a:ext uri="{FF2B5EF4-FFF2-40B4-BE49-F238E27FC236}">
                <a16:creationId xmlns:a16="http://schemas.microsoft.com/office/drawing/2014/main" id="{490F1FAC-3752-646E-84D9-AD26DB5C189B}"/>
              </a:ext>
            </a:extLst>
          </p:cNvPr>
          <p:cNvSpPr/>
          <p:nvPr userDrawn="1"/>
        </p:nvSpPr>
        <p:spPr>
          <a:xfrm>
            <a:off x="7086600" y="1730199"/>
            <a:ext cx="1828800" cy="1295400"/>
          </a:xfrm>
          <a:prstGeom prst="rect">
            <a:avLst/>
          </a:prstGeom>
          <a:solidFill>
            <a:srgbClr val="020C4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FR" sz="1200">
              <a:solidFill>
                <a:schemeClr val="tx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E6DB9623-B601-8C86-D6EF-3F1EDB79BE3A}"/>
              </a:ext>
            </a:extLst>
          </p:cNvPr>
          <p:cNvSpPr/>
          <p:nvPr userDrawn="1"/>
        </p:nvSpPr>
        <p:spPr>
          <a:xfrm>
            <a:off x="7086600" y="3711438"/>
            <a:ext cx="1828800" cy="1295400"/>
          </a:xfrm>
          <a:prstGeom prst="rect">
            <a:avLst/>
          </a:prstGeom>
          <a:solidFill>
            <a:srgbClr val="01199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FR" sz="1200">
              <a:solidFill>
                <a:schemeClr val="tx1"/>
              </a:solidFill>
              <a:latin typeface="Arial" panose="020B0604020202020204" pitchFamily="34" charset="0"/>
              <a:cs typeface="Arial" panose="020B0604020202020204" pitchFamily="34" charset="0"/>
            </a:endParaRPr>
          </a:p>
        </p:txBody>
      </p:sp>
      <p:sp>
        <p:nvSpPr>
          <p:cNvPr id="24" name="Footer Placeholder 23">
            <a:extLst>
              <a:ext uri="{FF2B5EF4-FFF2-40B4-BE49-F238E27FC236}">
                <a16:creationId xmlns:a16="http://schemas.microsoft.com/office/drawing/2014/main" id="{F7D28A59-A5CF-3DF0-193B-92B17FC4881C}"/>
              </a:ext>
            </a:extLst>
          </p:cNvPr>
          <p:cNvSpPr>
            <a:spLocks noGrp="1" noRot="1" noMove="1" noResize="1" noEditPoints="1" noAdjustHandles="1" noChangeArrowheads="1" noChangeShapeType="1"/>
          </p:cNvSpPr>
          <p:nvPr>
            <p:ph type="ftr" sz="quarter" idx="3"/>
          </p:nvPr>
        </p:nvSpPr>
        <p:spPr>
          <a:xfrm>
            <a:off x="2628000" y="9295200"/>
            <a:ext cx="1602000" cy="298800"/>
          </a:xfrm>
          <a:prstGeom prst="rect">
            <a:avLst/>
          </a:prstGeom>
        </p:spPr>
        <p:txBody>
          <a:bodyPr vert="horz" lIns="91440" tIns="45720" rIns="91440" bIns="45720" rtlCol="0" anchor="ctr"/>
          <a:lstStyle>
            <a:lvl1pPr algn="ctr">
              <a:defRPr sz="1000">
                <a:solidFill>
                  <a:schemeClr val="bg1">
                    <a:lumMod val="50000"/>
                  </a:schemeClr>
                </a:solidFill>
                <a:latin typeface="Avenir Next LT Pro" panose="020B0504020202020204" pitchFamily="34" charset="77"/>
              </a:defRPr>
            </a:lvl1pPr>
          </a:lstStyle>
          <a:p>
            <a:r>
              <a:rPr lang="en-FR" dirty="0"/>
              <a:t>N° X – Month YYYY</a:t>
            </a:r>
          </a:p>
        </p:txBody>
      </p:sp>
    </p:spTree>
  </p:cSld>
  <p:clrMap bg1="lt1" tx1="dk1" bg2="lt2" tx2="dk2" accent1="accent1" accent2="accent2" accent3="accent3" accent4="accent4" accent5="accent5" accent6="accent6" hlink="hlink" folHlink="folHlink"/>
  <p:sldLayoutIdLst>
    <p:sldLayoutId id="2147483952" r:id="rId1"/>
    <p:sldLayoutId id="2147483951" r:id="rId2"/>
    <p:sldLayoutId id="2147483953" r:id="rId3"/>
  </p:sldLayoutIdLst>
  <p:hf hdr="0" dt="0"/>
  <p:txStyles>
    <p:titleStyle>
      <a:lvl1pPr algn="just" rtl="0" eaLnBrk="0" fontAlgn="base" hangingPunct="0">
        <a:spcBef>
          <a:spcPct val="0"/>
        </a:spcBef>
        <a:spcAft>
          <a:spcPct val="0"/>
        </a:spcAft>
        <a:defRPr sz="1800" kern="1200">
          <a:solidFill>
            <a:schemeClr val="tx1"/>
          </a:solidFill>
          <a:latin typeface="Arial" pitchFamily="34" charset="0"/>
          <a:ea typeface="+mj-ea"/>
          <a:cs typeface="+mj-cs"/>
        </a:defRPr>
      </a:lvl1pPr>
      <a:lvl2pPr algn="just" rtl="0" eaLnBrk="0" fontAlgn="base" hangingPunct="0">
        <a:spcBef>
          <a:spcPct val="0"/>
        </a:spcBef>
        <a:spcAft>
          <a:spcPct val="0"/>
        </a:spcAft>
        <a:defRPr sz="2400">
          <a:solidFill>
            <a:schemeClr val="tx1"/>
          </a:solidFill>
          <a:latin typeface="Arial" charset="0"/>
        </a:defRPr>
      </a:lvl2pPr>
      <a:lvl3pPr algn="just" rtl="0" eaLnBrk="0" fontAlgn="base" hangingPunct="0">
        <a:spcBef>
          <a:spcPct val="0"/>
        </a:spcBef>
        <a:spcAft>
          <a:spcPct val="0"/>
        </a:spcAft>
        <a:defRPr sz="2400">
          <a:solidFill>
            <a:schemeClr val="tx1"/>
          </a:solidFill>
          <a:latin typeface="Arial" charset="0"/>
        </a:defRPr>
      </a:lvl3pPr>
      <a:lvl4pPr algn="just" rtl="0" eaLnBrk="0" fontAlgn="base" hangingPunct="0">
        <a:spcBef>
          <a:spcPct val="0"/>
        </a:spcBef>
        <a:spcAft>
          <a:spcPct val="0"/>
        </a:spcAft>
        <a:defRPr sz="2400">
          <a:solidFill>
            <a:schemeClr val="tx1"/>
          </a:solidFill>
          <a:latin typeface="Arial" charset="0"/>
        </a:defRPr>
      </a:lvl4pPr>
      <a:lvl5pPr algn="just" rtl="0" eaLnBrk="0" fontAlgn="base" hangingPunct="0">
        <a:spcBef>
          <a:spcPct val="0"/>
        </a:spcBef>
        <a:spcAft>
          <a:spcPct val="0"/>
        </a:spcAft>
        <a:defRPr sz="2400">
          <a:solidFill>
            <a:schemeClr val="tx1"/>
          </a:solidFill>
          <a:latin typeface="Arial" charset="0"/>
        </a:defRPr>
      </a:lvl5pPr>
      <a:lvl6pPr marL="342886" algn="ctr" rtl="0" fontAlgn="base">
        <a:spcBef>
          <a:spcPct val="0"/>
        </a:spcBef>
        <a:spcAft>
          <a:spcPct val="0"/>
        </a:spcAft>
        <a:defRPr sz="3300">
          <a:solidFill>
            <a:schemeClr val="tx1"/>
          </a:solidFill>
          <a:latin typeface="Calibri" pitchFamily="34" charset="0"/>
        </a:defRPr>
      </a:lvl6pPr>
      <a:lvl7pPr marL="685772" algn="ctr" rtl="0" fontAlgn="base">
        <a:spcBef>
          <a:spcPct val="0"/>
        </a:spcBef>
        <a:spcAft>
          <a:spcPct val="0"/>
        </a:spcAft>
        <a:defRPr sz="3300">
          <a:solidFill>
            <a:schemeClr val="tx1"/>
          </a:solidFill>
          <a:latin typeface="Calibri" pitchFamily="34" charset="0"/>
        </a:defRPr>
      </a:lvl7pPr>
      <a:lvl8pPr marL="1028657" algn="ctr" rtl="0" fontAlgn="base">
        <a:spcBef>
          <a:spcPct val="0"/>
        </a:spcBef>
        <a:spcAft>
          <a:spcPct val="0"/>
        </a:spcAft>
        <a:defRPr sz="3300">
          <a:solidFill>
            <a:schemeClr val="tx1"/>
          </a:solidFill>
          <a:latin typeface="Calibri" pitchFamily="34" charset="0"/>
        </a:defRPr>
      </a:lvl8pPr>
      <a:lvl9pPr marL="1371543" algn="ctr" rtl="0" fontAlgn="base">
        <a:spcBef>
          <a:spcPct val="0"/>
        </a:spcBef>
        <a:spcAft>
          <a:spcPct val="0"/>
        </a:spcAft>
        <a:defRPr sz="3300">
          <a:solidFill>
            <a:schemeClr val="tx1"/>
          </a:solidFill>
          <a:latin typeface="Calibri" pitchFamily="34" charset="0"/>
        </a:defRPr>
      </a:lvl9pPr>
    </p:titleStyle>
    <p:bodyStyle>
      <a:lvl1pPr marL="129773" indent="-129773" algn="l" rtl="0" eaLnBrk="0" fontAlgn="base" hangingPunct="0">
        <a:spcBef>
          <a:spcPct val="20000"/>
        </a:spcBef>
        <a:spcAft>
          <a:spcPct val="0"/>
        </a:spcAft>
        <a:buClrTx/>
        <a:buSzPct val="120000"/>
        <a:buFont typeface="Wingdings" panose="05000000000000000000" pitchFamily="2" charset="2"/>
        <a:buChar char="§"/>
        <a:defRPr sz="1050" kern="1200">
          <a:solidFill>
            <a:schemeClr val="tx1"/>
          </a:solidFill>
          <a:latin typeface="Arial" pitchFamily="34" charset="0"/>
          <a:ea typeface="+mn-ea"/>
          <a:cs typeface="+mn-cs"/>
        </a:defRPr>
      </a:lvl1pPr>
      <a:lvl2pPr marL="259545" indent="-129773" algn="l" rtl="0" eaLnBrk="0" fontAlgn="base" hangingPunct="0">
        <a:spcBef>
          <a:spcPct val="20000"/>
        </a:spcBef>
        <a:spcAft>
          <a:spcPct val="0"/>
        </a:spcAft>
        <a:buClrTx/>
        <a:buSzPct val="120000"/>
        <a:buFont typeface="Arial" panose="020B0604020202020204" pitchFamily="34" charset="0"/>
        <a:buChar char="•"/>
        <a:defRPr sz="1050" kern="1200">
          <a:solidFill>
            <a:schemeClr val="tx1"/>
          </a:solidFill>
          <a:latin typeface="Arial" pitchFamily="34" charset="0"/>
          <a:ea typeface="+mn-ea"/>
          <a:cs typeface="+mn-cs"/>
        </a:defRPr>
      </a:lvl2pPr>
      <a:lvl3pPr marL="426226" indent="-171443" algn="l" rtl="0" eaLnBrk="0" fontAlgn="base" hangingPunct="0">
        <a:spcBef>
          <a:spcPct val="20000"/>
        </a:spcBef>
        <a:spcAft>
          <a:spcPct val="0"/>
        </a:spcAft>
        <a:buClrTx/>
        <a:buSzPct val="120000"/>
        <a:buFont typeface="Wingdings" panose="05000000000000000000" pitchFamily="2" charset="2"/>
        <a:buChar char="Ø"/>
        <a:defRPr sz="1050" kern="1200">
          <a:solidFill>
            <a:schemeClr val="tx1"/>
          </a:solidFill>
          <a:latin typeface="Arial" pitchFamily="34" charset="0"/>
          <a:ea typeface="+mn-ea"/>
          <a:cs typeface="+mn-cs"/>
        </a:defRPr>
      </a:lvl3pPr>
      <a:lvl4pPr marL="602431" indent="-171443" algn="l" rtl="0" eaLnBrk="0" fontAlgn="base" hangingPunct="0">
        <a:spcBef>
          <a:spcPct val="20000"/>
        </a:spcBef>
        <a:spcAft>
          <a:spcPct val="0"/>
        </a:spcAft>
        <a:buClrTx/>
        <a:buSzPct val="120000"/>
        <a:buFont typeface="Arial" charset="0"/>
        <a:buChar char="–"/>
        <a:defRPr sz="1050" kern="1200">
          <a:solidFill>
            <a:schemeClr val="tx1"/>
          </a:solidFill>
          <a:latin typeface="Arial" pitchFamily="34" charset="0"/>
          <a:ea typeface="+mn-ea"/>
          <a:cs typeface="+mn-cs"/>
        </a:defRPr>
      </a:lvl4pPr>
      <a:lvl5pPr marL="769111" indent="-171443" algn="l" rtl="0" eaLnBrk="0" fontAlgn="base" hangingPunct="0">
        <a:spcBef>
          <a:spcPct val="20000"/>
        </a:spcBef>
        <a:spcAft>
          <a:spcPct val="0"/>
        </a:spcAft>
        <a:buClrTx/>
        <a:buSzPct val="120000"/>
        <a:buFont typeface="Arial" charset="0"/>
        <a:buChar char="»"/>
        <a:defRPr sz="1050" kern="1200">
          <a:solidFill>
            <a:schemeClr val="tx1"/>
          </a:solidFill>
          <a:latin typeface="Arial" pitchFamily="34" charset="0"/>
          <a:ea typeface="+mn-ea"/>
          <a:cs typeface="+mn-cs"/>
        </a:defRPr>
      </a:lvl5pPr>
      <a:lvl6pPr marL="188587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5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3"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28"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6"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7" algn="l" defTabSz="685772" rtl="0" eaLnBrk="1" latinLnBrk="0" hangingPunct="1">
        <a:defRPr sz="1350" kern="1200">
          <a:solidFill>
            <a:schemeClr val="tx1"/>
          </a:solidFill>
          <a:latin typeface="+mn-lt"/>
          <a:ea typeface="+mn-ea"/>
          <a:cs typeface="+mn-cs"/>
        </a:defRPr>
      </a:lvl4pPr>
      <a:lvl5pPr marL="1371543" algn="l" defTabSz="685772" rtl="0" eaLnBrk="1" latinLnBrk="0" hangingPunct="1">
        <a:defRPr sz="1350" kern="1200">
          <a:solidFill>
            <a:schemeClr val="tx1"/>
          </a:solidFill>
          <a:latin typeface="+mn-lt"/>
          <a:ea typeface="+mn-ea"/>
          <a:cs typeface="+mn-cs"/>
        </a:defRPr>
      </a:lvl5pPr>
      <a:lvl6pPr marL="1714428" algn="l" defTabSz="685772" rtl="0" eaLnBrk="1" latinLnBrk="0" hangingPunct="1">
        <a:defRPr sz="1350" kern="1200">
          <a:solidFill>
            <a:schemeClr val="tx1"/>
          </a:solidFill>
          <a:latin typeface="+mn-lt"/>
          <a:ea typeface="+mn-ea"/>
          <a:cs typeface="+mn-cs"/>
        </a:defRPr>
      </a:lvl6pPr>
      <a:lvl7pPr marL="2057314" algn="l" defTabSz="685772" rtl="0" eaLnBrk="1" latinLnBrk="0" hangingPunct="1">
        <a:defRPr sz="1350" kern="1200">
          <a:solidFill>
            <a:schemeClr val="tx1"/>
          </a:solidFill>
          <a:latin typeface="+mn-lt"/>
          <a:ea typeface="+mn-ea"/>
          <a:cs typeface="+mn-cs"/>
        </a:defRPr>
      </a:lvl7pPr>
      <a:lvl8pPr marL="2400199" algn="l" defTabSz="685772" rtl="0" eaLnBrk="1" latinLnBrk="0" hangingPunct="1">
        <a:defRPr sz="1350" kern="1200">
          <a:solidFill>
            <a:schemeClr val="tx1"/>
          </a:solidFill>
          <a:latin typeface="+mn-lt"/>
          <a:ea typeface="+mn-ea"/>
          <a:cs typeface="+mn-cs"/>
        </a:defRPr>
      </a:lvl8pPr>
      <a:lvl9pPr marL="2743085" algn="l" defTabSz="68577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4AE8180-F4F3-3AE4-BEDF-F94AEFF726A2}"/>
              </a:ext>
            </a:extLst>
          </p:cNvPr>
          <p:cNvSpPr>
            <a:spLocks noGrp="1"/>
          </p:cNvSpPr>
          <p:nvPr>
            <p:ph type="ftr" sz="quarter" idx="10"/>
          </p:nvPr>
        </p:nvSpPr>
        <p:spPr>
          <a:xfrm>
            <a:off x="2343150" y="9296211"/>
            <a:ext cx="2171700" cy="297171"/>
          </a:xfrm>
        </p:spPr>
        <p:txBody>
          <a:bodyPr/>
          <a:lstStyle/>
          <a:p>
            <a:pPr>
              <a:defRPr/>
            </a:pPr>
            <a:r>
              <a:rPr lang="en-US"/>
              <a:t>N° X – Month YYYY</a:t>
            </a:r>
            <a:endParaRPr lang="en-US" dirty="0"/>
          </a:p>
        </p:txBody>
      </p:sp>
    </p:spTree>
    <p:extLst>
      <p:ext uri="{BB962C8B-B14F-4D97-AF65-F5344CB8AC3E}">
        <p14:creationId xmlns:p14="http://schemas.microsoft.com/office/powerpoint/2010/main" val="2081005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C51D2E-3353-2004-1E3C-3E70E4983ED6}"/>
              </a:ext>
            </a:extLst>
          </p:cNvPr>
          <p:cNvSpPr>
            <a:spLocks noGrp="1"/>
          </p:cNvSpPr>
          <p:nvPr>
            <p:ph type="sldNum" sz="quarter" idx="12"/>
          </p:nvPr>
        </p:nvSpPr>
        <p:spPr/>
        <p:txBody>
          <a:bodyPr/>
          <a:lstStyle/>
          <a:p>
            <a:pPr>
              <a:defRPr/>
            </a:pPr>
            <a:fld id="{F3061CA0-25DC-4820-AE0E-3088C346EE0F}" type="slidenum">
              <a:rPr lang="en-US" smtClean="0"/>
              <a:pPr>
                <a:defRPr/>
              </a:pPr>
              <a:t>1</a:t>
            </a:fld>
            <a:endParaRPr lang="en-US" dirty="0"/>
          </a:p>
        </p:txBody>
      </p:sp>
      <p:sp>
        <p:nvSpPr>
          <p:cNvPr id="3" name="Footer Placeholder 2">
            <a:extLst>
              <a:ext uri="{FF2B5EF4-FFF2-40B4-BE49-F238E27FC236}">
                <a16:creationId xmlns:a16="http://schemas.microsoft.com/office/drawing/2014/main" id="{CE4A4D80-F230-3B33-4601-AA55988EEF4C}"/>
              </a:ext>
            </a:extLst>
          </p:cNvPr>
          <p:cNvSpPr>
            <a:spLocks noGrp="1"/>
          </p:cNvSpPr>
          <p:nvPr>
            <p:ph type="ftr" sz="quarter" idx="15"/>
          </p:nvPr>
        </p:nvSpPr>
        <p:spPr>
          <a:xfrm>
            <a:off x="2343150" y="9296211"/>
            <a:ext cx="2171700" cy="297171"/>
          </a:xfrm>
          <a:prstGeom prst="rect">
            <a:avLst/>
          </a:prstGeom>
        </p:spPr>
        <p:txBody>
          <a:bodyPr/>
          <a:lstStyle/>
          <a:p>
            <a:pPr>
              <a:defRPr/>
            </a:pPr>
            <a:r>
              <a:rPr lang="en-US"/>
              <a:t>N° X – Month YYYY</a:t>
            </a:r>
            <a:endParaRPr lang="en-US" dirty="0"/>
          </a:p>
        </p:txBody>
      </p:sp>
      <p:sp>
        <p:nvSpPr>
          <p:cNvPr id="4" name="Text Placeholder 3">
            <a:extLst>
              <a:ext uri="{FF2B5EF4-FFF2-40B4-BE49-F238E27FC236}">
                <a16:creationId xmlns:a16="http://schemas.microsoft.com/office/drawing/2014/main" id="{764F743A-C0B1-C12A-30EE-DE4162130298}"/>
              </a:ext>
            </a:extLst>
          </p:cNvPr>
          <p:cNvSpPr>
            <a:spLocks noGrp="1"/>
          </p:cNvSpPr>
          <p:nvPr>
            <p:ph type="body" sz="quarter" idx="14"/>
          </p:nvPr>
        </p:nvSpPr>
        <p:spPr/>
        <p:txBody>
          <a:bodyPr/>
          <a:lstStyle/>
          <a:p>
            <a:r>
              <a:rPr lang="en-GB" sz="1600" dirty="0">
                <a:solidFill>
                  <a:srgbClr val="011893"/>
                </a:solidFill>
                <a:latin typeface="Times New Roman" panose="02020603050405020304" pitchFamily="18" charset="0"/>
                <a:cs typeface="Times New Roman" panose="02020603050405020304" pitchFamily="18" charset="0"/>
              </a:rPr>
              <a:t>Example</a:t>
            </a:r>
          </a:p>
          <a:p>
            <a:r>
              <a:rPr lang="en-GB" dirty="0"/>
              <a:t>Nautilus has indicated that it needs $1.5 billion in funding to continue ramping up its international expansion efforts and for general corporate purposes</a:t>
            </a:r>
          </a:p>
          <a:p>
            <a:r>
              <a:rPr lang="en-GB" dirty="0"/>
              <a:t>Management has indicated a strong preference for Unsecured Senior Notes, but we believe that Convertible Bonds offer the lowest cost of funding, and that dilution can be minimized with the proper call-spread structure</a:t>
            </a:r>
          </a:p>
          <a:p>
            <a:r>
              <a:rPr lang="en-GB" dirty="0"/>
              <a:t>Such Convertible Bonds might offer a 45% conversion premium (conversion price of $641.58) and a 1.5% coupon rate, for an after-tax cash cost of 0.99%</a:t>
            </a:r>
          </a:p>
          <a:p>
            <a:r>
              <a:rPr lang="en-GB" dirty="0"/>
              <a:t>By contrast, the after-tax cost of Unsecured Senior Notes might be between 3.50% and 4.00%, and such an issuance would likely result in a credit rating downgrade for Nautilus</a:t>
            </a:r>
          </a:p>
          <a:p>
            <a:r>
              <a:rPr lang="en-GB" dirty="0"/>
              <a:t>Given Nautilus’ share price and valuation multiples, a follow-on equity offering is also viable, but the likely discount on such an offering would imply an after-tax cost of between 1.20% and 1.40%. Nautilus has indicated that it needs $1.5 billion in funding to continue ramping up its international expansion efforts and for general corporate purposes</a:t>
            </a:r>
          </a:p>
          <a:p>
            <a:r>
              <a:rPr lang="en-GB" dirty="0"/>
              <a:t>Management has indicated a strong preference for Unsecured Senior Notes, but we believe that Convertible Bonds offer the lowest cost of funding, and that dilution can be minimized with the proper call-spread</a:t>
            </a:r>
          </a:p>
          <a:p>
            <a:r>
              <a:rPr lang="en-GB" dirty="0"/>
              <a:t>Such Convertible Bonds might offer a 45% conversion premium (conversion price of $641.58) and a 1.5% coupon rate, for an after-tax cash cost of 0.99%</a:t>
            </a:r>
          </a:p>
          <a:p>
            <a:r>
              <a:rPr lang="en-GB" dirty="0"/>
              <a:t>By contrast, the after-tax cost of Unsecured Senior Notes might be between 3.50% and 4.00%, and such an issuance would likely result in a credit rating downgrade for Nautilus</a:t>
            </a:r>
          </a:p>
          <a:p>
            <a:r>
              <a:rPr lang="en-GB" dirty="0"/>
              <a:t>Given Nautilus’ share price and valuation multiples, a follow-on equity offering is also viable, but the likely discount on such an offering would imply an after-tax cost of between 1.20% and 1.40%</a:t>
            </a:r>
          </a:p>
          <a:p>
            <a:r>
              <a:rPr lang="en-GB" sz="1600" dirty="0">
                <a:solidFill>
                  <a:srgbClr val="011893"/>
                </a:solidFill>
                <a:latin typeface="Times New Roman" panose="02020603050405020304" pitchFamily="18" charset="0"/>
                <a:cs typeface="Times New Roman" panose="02020603050405020304" pitchFamily="18" charset="0"/>
              </a:rPr>
              <a:t>Example</a:t>
            </a:r>
            <a:endParaRPr lang="en-GB" sz="1400" dirty="0">
              <a:solidFill>
                <a:srgbClr val="011893"/>
              </a:solidFill>
              <a:latin typeface="Times New Roman" panose="02020603050405020304" pitchFamily="18" charset="0"/>
              <a:cs typeface="Times New Roman" panose="02020603050405020304" pitchFamily="18" charset="0"/>
            </a:endParaRPr>
          </a:p>
          <a:p>
            <a:r>
              <a:rPr lang="en-GB" dirty="0"/>
              <a:t>Nautilus has indicated that it needs $1.5 billion in funding to continue ramping up its international expansion efforts and for general corporate purposes. Management has indicated a strong preference for Unsecured Senior Notes, but we believe that Convertible Bonds offer the lowest cost of funding, and that dilution can be minimized with the proper call-spread structure</a:t>
            </a:r>
          </a:p>
          <a:p>
            <a:endParaRPr lang="en-FR" dirty="0"/>
          </a:p>
        </p:txBody>
      </p:sp>
    </p:spTree>
    <p:extLst>
      <p:ext uri="{BB962C8B-B14F-4D97-AF65-F5344CB8AC3E}">
        <p14:creationId xmlns:p14="http://schemas.microsoft.com/office/powerpoint/2010/main" val="4086963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F05626-3D2A-DCCD-2E25-4EBC4ED9A1A6}"/>
              </a:ext>
            </a:extLst>
          </p:cNvPr>
          <p:cNvSpPr>
            <a:spLocks noGrp="1"/>
          </p:cNvSpPr>
          <p:nvPr>
            <p:ph type="sldNum" sz="quarter" idx="12"/>
          </p:nvPr>
        </p:nvSpPr>
        <p:spPr/>
        <p:txBody>
          <a:bodyPr/>
          <a:lstStyle/>
          <a:p>
            <a:pPr>
              <a:defRPr/>
            </a:pPr>
            <a:fld id="{F3061CA0-25DC-4820-AE0E-3088C346EE0F}" type="slidenum">
              <a:rPr lang="en-US" smtClean="0"/>
              <a:pPr>
                <a:defRPr/>
              </a:pPr>
              <a:t>2</a:t>
            </a:fld>
            <a:endParaRPr lang="en-US" dirty="0"/>
          </a:p>
        </p:txBody>
      </p:sp>
      <p:sp>
        <p:nvSpPr>
          <p:cNvPr id="3" name="Text Placeholder 2">
            <a:extLst>
              <a:ext uri="{FF2B5EF4-FFF2-40B4-BE49-F238E27FC236}">
                <a16:creationId xmlns:a16="http://schemas.microsoft.com/office/drawing/2014/main" id="{879B5A1C-51D6-A473-F04B-7C8572E1F686}"/>
              </a:ext>
            </a:extLst>
          </p:cNvPr>
          <p:cNvSpPr>
            <a:spLocks noGrp="1"/>
          </p:cNvSpPr>
          <p:nvPr>
            <p:ph type="body" sz="quarter" idx="14"/>
          </p:nvPr>
        </p:nvSpPr>
        <p:spPr>
          <a:xfrm>
            <a:off x="342000" y="993000"/>
            <a:ext cx="6173100" cy="4659313"/>
          </a:xfrm>
        </p:spPr>
        <p:txBody>
          <a:bodyPr/>
          <a:lstStyle/>
          <a:p>
            <a:r>
              <a:rPr lang="en-US" sz="1600" dirty="0">
                <a:solidFill>
                  <a:srgbClr val="011893"/>
                </a:solidFill>
                <a:latin typeface="Times New Roman" panose="02020603050405020304" pitchFamily="18" charset="0"/>
                <a:cs typeface="Times New Roman" panose="02020603050405020304" pitchFamily="18" charset="0"/>
              </a:rPr>
              <a:t>Nautilus’ Financials</a:t>
            </a:r>
          </a:p>
          <a:p>
            <a:r>
              <a:rPr lang="en-US" dirty="0"/>
              <a:t>To evaluate Nautilus’ financial performance from the perspective of debt and equity investors, Goldman Stanley projected its financial statements under four scenarios:</a:t>
            </a:r>
          </a:p>
          <a:p>
            <a:r>
              <a:rPr lang="en-US" b="1" dirty="0"/>
              <a:t>Base Case</a:t>
            </a:r>
            <a:r>
              <a:rPr lang="en-US" dirty="0"/>
              <a:t>: This scenario was in-line with consensus estimates for the company</a:t>
            </a:r>
          </a:p>
          <a:p>
            <a:r>
              <a:rPr lang="en-US" b="1" dirty="0"/>
              <a:t>Upside Case</a:t>
            </a:r>
            <a:r>
              <a:rPr lang="en-US" dirty="0"/>
              <a:t>: This scenario aligned more closely with internal projections provided by management</a:t>
            </a:r>
          </a:p>
          <a:p>
            <a:r>
              <a:rPr lang="en-US" b="1" dirty="0"/>
              <a:t>Downside Case</a:t>
            </a:r>
            <a:r>
              <a:rPr lang="en-US" dirty="0"/>
              <a:t>: This case corresponded to lower subscriber growth, renewal rates, and fee growth, and higher marketing expenses and cost of revenue</a:t>
            </a:r>
          </a:p>
          <a:p>
            <a:r>
              <a:rPr lang="en-US" b="1" dirty="0"/>
              <a:t>Extreme Downside Case</a:t>
            </a:r>
            <a:r>
              <a:rPr lang="en-US" dirty="0"/>
              <a:t>: Subscriber growth and fee growth were significantly lower in this case; marketing expenses and cost of revenue were even higher as percentages of revenue</a:t>
            </a:r>
          </a:p>
          <a:p>
            <a:r>
              <a:rPr lang="en-US" dirty="0"/>
              <a:t>Despite the differences, many of the key percentage-based assumptions were the same across all scenarios:</a:t>
            </a:r>
          </a:p>
          <a:p>
            <a:r>
              <a:rPr lang="en-US" dirty="0"/>
              <a:t>Domestic Content Additions and Amortization: Content additions were set to 60% of FY 15 domestic streaming revenue, falling to 35% by FY 19, with amortization of 25-35% in FY 15 declining to 5-10% in FY 19</a:t>
            </a:r>
          </a:p>
          <a:p>
            <a:r>
              <a:rPr lang="en-US" dirty="0"/>
              <a:t>Content additions were set to 110% of international streaming revenue in FY 15, falling to 70% by FY 19, with amortization of 35-50% in FY 15 declining to 0-5% in FY 19</a:t>
            </a:r>
          </a:p>
          <a:p>
            <a:r>
              <a:rPr lang="en-US" sz="1600" dirty="0">
                <a:solidFill>
                  <a:srgbClr val="011893"/>
                </a:solidFill>
                <a:latin typeface="Times New Roman" panose="02020603050405020304" pitchFamily="18" charset="0"/>
                <a:cs typeface="Times New Roman" panose="02020603050405020304" pitchFamily="18" charset="0"/>
              </a:rPr>
              <a:t>Financing Requirements</a:t>
            </a:r>
          </a:p>
          <a:p>
            <a:r>
              <a:rPr lang="en-US" dirty="0"/>
              <a:t>Under the assumption that the Nautilus minimum cash balance is 5% of its Cost of Revenue + Operating Expenses, the company requires additional funding in every scenario except for the Upside Case.</a:t>
            </a:r>
          </a:p>
          <a:p>
            <a:endParaRPr lang="en-FR" dirty="0"/>
          </a:p>
        </p:txBody>
      </p:sp>
      <p:sp>
        <p:nvSpPr>
          <p:cNvPr id="4" name="Footer Placeholder 3">
            <a:extLst>
              <a:ext uri="{FF2B5EF4-FFF2-40B4-BE49-F238E27FC236}">
                <a16:creationId xmlns:a16="http://schemas.microsoft.com/office/drawing/2014/main" id="{97D9DBBA-3D1E-C7CE-EE47-7D716ACA890A}"/>
              </a:ext>
            </a:extLst>
          </p:cNvPr>
          <p:cNvSpPr>
            <a:spLocks noGrp="1"/>
          </p:cNvSpPr>
          <p:nvPr>
            <p:ph type="ftr" sz="quarter" idx="15"/>
          </p:nvPr>
        </p:nvSpPr>
        <p:spPr/>
        <p:txBody>
          <a:bodyPr/>
          <a:lstStyle/>
          <a:p>
            <a:r>
              <a:rPr lang="en-GB"/>
              <a:t>N° X – Month YYYY</a:t>
            </a:r>
            <a:endParaRPr lang="en-FR" dirty="0"/>
          </a:p>
        </p:txBody>
      </p:sp>
      <p:grpSp>
        <p:nvGrpSpPr>
          <p:cNvPr id="5" name="Group 4">
            <a:extLst>
              <a:ext uri="{FF2B5EF4-FFF2-40B4-BE49-F238E27FC236}">
                <a16:creationId xmlns:a16="http://schemas.microsoft.com/office/drawing/2014/main" id="{E3C7A27E-C8C8-5FD4-8DEC-FF74061175CE}"/>
              </a:ext>
            </a:extLst>
          </p:cNvPr>
          <p:cNvGrpSpPr/>
          <p:nvPr/>
        </p:nvGrpSpPr>
        <p:grpSpPr>
          <a:xfrm>
            <a:off x="341999" y="5885756"/>
            <a:ext cx="6173999" cy="3178892"/>
            <a:chOff x="342000" y="2020593"/>
            <a:chExt cx="5692961" cy="3317414"/>
          </a:xfrm>
        </p:grpSpPr>
        <p:pic>
          <p:nvPicPr>
            <p:cNvPr id="6" name="Picture 5">
              <a:extLst>
                <a:ext uri="{FF2B5EF4-FFF2-40B4-BE49-F238E27FC236}">
                  <a16:creationId xmlns:a16="http://schemas.microsoft.com/office/drawing/2014/main" id="{BD7BAACC-C192-5E0E-95BE-2F7F949214D0}"/>
                </a:ext>
              </a:extLst>
            </p:cNvPr>
            <p:cNvPicPr>
              <a:picLocks noChangeAspect="1"/>
            </p:cNvPicPr>
            <p:nvPr/>
          </p:nvPicPr>
          <p:blipFill>
            <a:blip r:embed="rId2"/>
            <a:stretch>
              <a:fillRect/>
            </a:stretch>
          </p:blipFill>
          <p:spPr>
            <a:xfrm>
              <a:off x="345268" y="2185734"/>
              <a:ext cx="2432143" cy="1460715"/>
            </a:xfrm>
            <a:prstGeom prst="rect">
              <a:avLst/>
            </a:prstGeom>
          </p:spPr>
        </p:pic>
        <p:sp>
          <p:nvSpPr>
            <p:cNvPr id="7" name="Rectangle 6">
              <a:extLst>
                <a:ext uri="{FF2B5EF4-FFF2-40B4-BE49-F238E27FC236}">
                  <a16:creationId xmlns:a16="http://schemas.microsoft.com/office/drawing/2014/main" id="{BD2C6D83-1BF8-0A04-6068-128AD3799193}"/>
                </a:ext>
              </a:extLst>
            </p:cNvPr>
            <p:cNvSpPr/>
            <p:nvPr/>
          </p:nvSpPr>
          <p:spPr>
            <a:xfrm>
              <a:off x="345268" y="2020593"/>
              <a:ext cx="2432143" cy="165142"/>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Arial" panose="020B0604020202020204" pitchFamily="34" charset="0"/>
                  <a:cs typeface="Arial" panose="020B0604020202020204" pitchFamily="34" charset="0"/>
                </a:rPr>
                <a:t>Base Case</a:t>
              </a:r>
            </a:p>
          </p:txBody>
        </p:sp>
        <p:sp>
          <p:nvSpPr>
            <p:cNvPr id="8" name="Rectangle 7">
              <a:extLst>
                <a:ext uri="{FF2B5EF4-FFF2-40B4-BE49-F238E27FC236}">
                  <a16:creationId xmlns:a16="http://schemas.microsoft.com/office/drawing/2014/main" id="{59AE5E5E-19FD-1E9F-A936-9FE0C332E9FC}"/>
                </a:ext>
              </a:extLst>
            </p:cNvPr>
            <p:cNvSpPr/>
            <p:nvPr/>
          </p:nvSpPr>
          <p:spPr>
            <a:xfrm>
              <a:off x="3602818" y="2020593"/>
              <a:ext cx="2432143" cy="165142"/>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Arial" panose="020B0604020202020204" pitchFamily="34" charset="0"/>
                  <a:cs typeface="Arial" panose="020B0604020202020204" pitchFamily="34" charset="0"/>
                </a:rPr>
                <a:t>Upside Case</a:t>
              </a:r>
            </a:p>
          </p:txBody>
        </p:sp>
        <p:pic>
          <p:nvPicPr>
            <p:cNvPr id="9" name="Picture 8">
              <a:extLst>
                <a:ext uri="{FF2B5EF4-FFF2-40B4-BE49-F238E27FC236}">
                  <a16:creationId xmlns:a16="http://schemas.microsoft.com/office/drawing/2014/main" id="{3FE22848-BAC1-2C22-7E30-11866A148500}"/>
                </a:ext>
              </a:extLst>
            </p:cNvPr>
            <p:cNvPicPr>
              <a:picLocks noChangeAspect="1"/>
            </p:cNvPicPr>
            <p:nvPr/>
          </p:nvPicPr>
          <p:blipFill>
            <a:blip r:embed="rId3"/>
            <a:stretch>
              <a:fillRect/>
            </a:stretch>
          </p:blipFill>
          <p:spPr>
            <a:xfrm>
              <a:off x="3602818" y="2185734"/>
              <a:ext cx="2432143" cy="1460715"/>
            </a:xfrm>
            <a:prstGeom prst="rect">
              <a:avLst/>
            </a:prstGeom>
          </p:spPr>
        </p:pic>
        <p:pic>
          <p:nvPicPr>
            <p:cNvPr id="10" name="Picture 9">
              <a:extLst>
                <a:ext uri="{FF2B5EF4-FFF2-40B4-BE49-F238E27FC236}">
                  <a16:creationId xmlns:a16="http://schemas.microsoft.com/office/drawing/2014/main" id="{7C299CC3-3D25-7E10-5C7B-61D2D17DACFA}"/>
                </a:ext>
              </a:extLst>
            </p:cNvPr>
            <p:cNvPicPr>
              <a:picLocks noChangeAspect="1"/>
            </p:cNvPicPr>
            <p:nvPr/>
          </p:nvPicPr>
          <p:blipFill>
            <a:blip r:embed="rId4"/>
            <a:stretch>
              <a:fillRect/>
            </a:stretch>
          </p:blipFill>
          <p:spPr>
            <a:xfrm>
              <a:off x="342000" y="3875330"/>
              <a:ext cx="2435410" cy="1462677"/>
            </a:xfrm>
            <a:prstGeom prst="rect">
              <a:avLst/>
            </a:prstGeom>
          </p:spPr>
        </p:pic>
        <p:pic>
          <p:nvPicPr>
            <p:cNvPr id="11" name="Picture 10">
              <a:extLst>
                <a:ext uri="{FF2B5EF4-FFF2-40B4-BE49-F238E27FC236}">
                  <a16:creationId xmlns:a16="http://schemas.microsoft.com/office/drawing/2014/main" id="{E56E4DAD-80D8-E1F8-C236-D5CC1A95A3FC}"/>
                </a:ext>
              </a:extLst>
            </p:cNvPr>
            <p:cNvPicPr>
              <a:picLocks noChangeAspect="1"/>
            </p:cNvPicPr>
            <p:nvPr/>
          </p:nvPicPr>
          <p:blipFill>
            <a:blip r:embed="rId5"/>
            <a:stretch>
              <a:fillRect/>
            </a:stretch>
          </p:blipFill>
          <p:spPr>
            <a:xfrm>
              <a:off x="3602818" y="3875330"/>
              <a:ext cx="2432143" cy="1460715"/>
            </a:xfrm>
            <a:prstGeom prst="rect">
              <a:avLst/>
            </a:prstGeom>
          </p:spPr>
        </p:pic>
        <p:sp>
          <p:nvSpPr>
            <p:cNvPr id="12" name="Rectangle 11">
              <a:extLst>
                <a:ext uri="{FF2B5EF4-FFF2-40B4-BE49-F238E27FC236}">
                  <a16:creationId xmlns:a16="http://schemas.microsoft.com/office/drawing/2014/main" id="{5CEE3DE7-8383-0443-CE51-5D322CC0F44D}"/>
                </a:ext>
              </a:extLst>
            </p:cNvPr>
            <p:cNvSpPr/>
            <p:nvPr/>
          </p:nvSpPr>
          <p:spPr>
            <a:xfrm>
              <a:off x="345268" y="3702734"/>
              <a:ext cx="2432143" cy="165142"/>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Arial" panose="020B0604020202020204" pitchFamily="34" charset="0"/>
                  <a:cs typeface="Arial" panose="020B0604020202020204" pitchFamily="34" charset="0"/>
                </a:rPr>
                <a:t>Downside Case</a:t>
              </a:r>
            </a:p>
          </p:txBody>
        </p:sp>
        <p:sp>
          <p:nvSpPr>
            <p:cNvPr id="13" name="Rectangle 12">
              <a:extLst>
                <a:ext uri="{FF2B5EF4-FFF2-40B4-BE49-F238E27FC236}">
                  <a16:creationId xmlns:a16="http://schemas.microsoft.com/office/drawing/2014/main" id="{F6686BBF-908B-BE2E-BA31-6E309996705C}"/>
                </a:ext>
              </a:extLst>
            </p:cNvPr>
            <p:cNvSpPr/>
            <p:nvPr/>
          </p:nvSpPr>
          <p:spPr>
            <a:xfrm>
              <a:off x="3602818" y="3702734"/>
              <a:ext cx="2432143" cy="165142"/>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Arial" panose="020B0604020202020204" pitchFamily="34" charset="0"/>
                  <a:cs typeface="Arial" panose="020B0604020202020204" pitchFamily="34" charset="0"/>
                </a:rPr>
                <a:t>Extreme Downside Case</a:t>
              </a:r>
            </a:p>
          </p:txBody>
        </p:sp>
      </p:grpSp>
    </p:spTree>
    <p:extLst>
      <p:ext uri="{BB962C8B-B14F-4D97-AF65-F5344CB8AC3E}">
        <p14:creationId xmlns:p14="http://schemas.microsoft.com/office/powerpoint/2010/main" val="2839426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Given Nautilus’ rich valuation multiples and stock-price performance in the past several years, it is a prime candidate for a follow-on equity offering</a:t>
            </a:r>
          </a:p>
          <a:p>
            <a:pPr eaLnBrk="1" hangingPunct="1">
              <a:spcAft>
                <a:spcPts val="750"/>
              </a:spcAft>
            </a:pPr>
            <a:r>
              <a:rPr lang="en-US" sz="900">
                <a:latin typeface="Arial" charset="0"/>
              </a:rPr>
              <a:t>Because of the recent jump in the stock price, we believe the company may have to offer a higher-than-usual share-price discount to complete a $1.5 billion follow-on offering</a:t>
            </a:r>
          </a:p>
          <a:p>
            <a:pPr eaLnBrk="1" hangingPunct="1">
              <a:spcAft>
                <a:spcPts val="750"/>
              </a:spcAft>
            </a:pPr>
            <a:r>
              <a:rPr lang="en-US" sz="900">
                <a:latin typeface="Arial" charset="0"/>
              </a:rPr>
              <a:t>At discounts of 10-20%, the company’s After-Tax Cost of Equity ranges from 1.24% to 1.38% in the Base Case (1.60% to 1.80% in the Upside Case and 0.85% to 0.95% in the Downside Case)</a:t>
            </a:r>
          </a:p>
        </p:txBody>
      </p:sp>
      <p:sp>
        <p:nvSpPr>
          <p:cNvPr id="3" name="Footer Placeholder 2">
            <a:extLst>
              <a:ext uri="{FF2B5EF4-FFF2-40B4-BE49-F238E27FC236}">
                <a16:creationId xmlns:a16="http://schemas.microsoft.com/office/drawing/2014/main" id="{89F4EAC4-594C-7D16-057A-0A35A44FB56A}"/>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400049" y="762447"/>
            <a:ext cx="6172200" cy="276225"/>
          </a:xfrm>
          <a:prstGeom prst="rect">
            <a:avLst/>
          </a:prstGeom>
        </p:spPr>
        <p:txBody>
          <a:bodyPr>
            <a:normAutofit fontScale="90000"/>
          </a:bodyPr>
          <a:lstStyle/>
          <a:p>
            <a:pPr eaLnBrk="1" hangingPunct="1"/>
            <a:r>
              <a:rPr lang="en-US">
                <a:latin typeface="Arial" charset="0"/>
              </a:rPr>
              <a:t>Rationale for Follow-On Equity Offering</a:t>
            </a:r>
          </a:p>
        </p:txBody>
      </p:sp>
      <p:pic>
        <p:nvPicPr>
          <p:cNvPr id="2" name="Picture 1"/>
          <p:cNvPicPr>
            <a:picLocks noChangeAspect="1"/>
          </p:cNvPicPr>
          <p:nvPr/>
        </p:nvPicPr>
        <p:blipFill>
          <a:blip r:embed="rId3"/>
          <a:stretch>
            <a:fillRect/>
          </a:stretch>
        </p:blipFill>
        <p:spPr>
          <a:xfrm>
            <a:off x="571502" y="4500807"/>
            <a:ext cx="5600699" cy="2572962"/>
          </a:xfrm>
          <a:prstGeom prst="rect">
            <a:avLst/>
          </a:prstGeom>
        </p:spPr>
      </p:pic>
      <p:sp>
        <p:nvSpPr>
          <p:cNvPr id="6" name="TextBox 5"/>
          <p:cNvSpPr txBox="1"/>
          <p:nvPr/>
        </p:nvSpPr>
        <p:spPr>
          <a:xfrm>
            <a:off x="2686050" y="5353050"/>
            <a:ext cx="1714500" cy="230832"/>
          </a:xfrm>
          <a:prstGeom prst="rect">
            <a:avLst/>
          </a:prstGeom>
          <a:noFill/>
        </p:spPr>
        <p:txBody>
          <a:bodyPr wrap="square" rtlCol="0">
            <a:spAutoFit/>
          </a:bodyPr>
          <a:lstStyle/>
          <a:p>
            <a:r>
              <a:rPr lang="en-US" sz="900">
                <a:latin typeface="+mn-lt"/>
              </a:rPr>
              <a:t>Average Share Price - $403.53</a:t>
            </a:r>
          </a:p>
        </p:txBody>
      </p:sp>
      <p:sp>
        <p:nvSpPr>
          <p:cNvPr id="7" name="TextBox 6"/>
          <p:cNvSpPr txBox="1"/>
          <p:nvPr/>
        </p:nvSpPr>
        <p:spPr>
          <a:xfrm>
            <a:off x="285750" y="3067051"/>
            <a:ext cx="2571750" cy="115416"/>
          </a:xfrm>
          <a:prstGeom prst="rect">
            <a:avLst/>
          </a:prstGeom>
          <a:noFill/>
        </p:spPr>
        <p:txBody>
          <a:bodyPr wrap="square" lIns="0" tIns="0" rIns="0" bIns="0" rtlCol="0">
            <a:spAutoFit/>
          </a:bodyPr>
          <a:lstStyle/>
          <a:p>
            <a:r>
              <a:rPr lang="en-US" sz="750"/>
              <a:t>($ USD in Millions Except for $ per Share Figures)</a:t>
            </a:r>
          </a:p>
        </p:txBody>
      </p:sp>
    </p:spTree>
    <p:extLst>
      <p:ext uri="{BB962C8B-B14F-4D97-AF65-F5344CB8AC3E}">
        <p14:creationId xmlns:p14="http://schemas.microsoft.com/office/powerpoint/2010/main" val="24009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06388DF-BF61-B078-E04B-FAAE8BD76B96}"/>
              </a:ext>
            </a:extLst>
          </p:cNvPr>
          <p:cNvSpPr>
            <a:spLocks noGrp="1"/>
          </p:cNvSpPr>
          <p:nvPr>
            <p:ph type="body" sz="quarter" idx="14"/>
          </p:nvPr>
        </p:nvSpPr>
        <p:spPr/>
        <p:txBody>
          <a:bodyPr/>
          <a:lstStyle/>
          <a:p>
            <a:endParaRPr lang="en-FR"/>
          </a:p>
        </p:txBody>
      </p:sp>
      <p:sp>
        <p:nvSpPr>
          <p:cNvPr id="4" name="Footer Placeholder 3">
            <a:extLst>
              <a:ext uri="{FF2B5EF4-FFF2-40B4-BE49-F238E27FC236}">
                <a16:creationId xmlns:a16="http://schemas.microsoft.com/office/drawing/2014/main" id="{1E11FF24-BC7E-161D-58B3-976A75CCCCFF}"/>
              </a:ext>
            </a:extLst>
          </p:cNvPr>
          <p:cNvSpPr>
            <a:spLocks noGrp="1"/>
          </p:cNvSpPr>
          <p:nvPr>
            <p:ph type="ftr" sz="quarter" idx="15"/>
          </p:nvPr>
        </p:nvSpPr>
        <p:spPr/>
        <p:txBody>
          <a:bodyPr/>
          <a:lstStyle/>
          <a:p>
            <a:pPr>
              <a:defRPr/>
            </a:pPr>
            <a:r>
              <a:rPr lang="en-US"/>
              <a:t>N° X – Month YYYY</a:t>
            </a:r>
            <a:endParaRPr lang="en-US" dirty="0"/>
          </a:p>
        </p:txBody>
      </p:sp>
      <p:sp>
        <p:nvSpPr>
          <p:cNvPr id="2" name="Title 1"/>
          <p:cNvSpPr>
            <a:spLocks noGrp="1"/>
          </p:cNvSpPr>
          <p:nvPr>
            <p:ph type="title" idx="4294967295"/>
          </p:nvPr>
        </p:nvSpPr>
        <p:spPr>
          <a:xfrm>
            <a:off x="0" y="2676525"/>
            <a:ext cx="6915150" cy="276225"/>
          </a:xfrm>
          <a:prstGeom prst="rect">
            <a:avLst/>
          </a:prstGeom>
        </p:spPr>
        <p:txBody>
          <a:bodyPr>
            <a:normAutofit fontScale="90000"/>
          </a:bodyPr>
          <a:lstStyle/>
          <a:p>
            <a:r>
              <a:rPr lang="en-US">
                <a:latin typeface="Arial" charset="0"/>
              </a:rPr>
              <a:t>Valuation Summary</a:t>
            </a:r>
            <a:endParaRPr lang="en-US"/>
          </a:p>
        </p:txBody>
      </p:sp>
      <p:sp>
        <p:nvSpPr>
          <p:cNvPr id="9" name="Rounded Rectangle 8"/>
          <p:cNvSpPr/>
          <p:nvPr/>
        </p:nvSpPr>
        <p:spPr>
          <a:xfrm>
            <a:off x="2002536" y="3421815"/>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The company’s share price is a 15% premium to its DCF-determined intrinsic value in the Base Case and 42% in the Downside Case (vs. a 30% discount in the Upside Case)</a:t>
            </a:r>
          </a:p>
        </p:txBody>
      </p:sp>
      <p:sp>
        <p:nvSpPr>
          <p:cNvPr id="3" name="Rectangle 2"/>
          <p:cNvSpPr/>
          <p:nvPr/>
        </p:nvSpPr>
        <p:spPr>
          <a:xfrm>
            <a:off x="285750" y="3421815"/>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#1</a:t>
            </a:r>
          </a:p>
        </p:txBody>
      </p:sp>
      <p:sp>
        <p:nvSpPr>
          <p:cNvPr id="22" name="Rounded Rectangle 21"/>
          <p:cNvSpPr/>
          <p:nvPr/>
        </p:nvSpPr>
        <p:spPr>
          <a:xfrm>
            <a:off x="2002536" y="4353142"/>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Despite EBITDA growth in the middle of the public comps’ range, Nautilus trades at, by far, the highest EV / EBITDA and P / E multiples, exceeding even those of Facebook</a:t>
            </a:r>
          </a:p>
        </p:txBody>
      </p:sp>
      <p:sp>
        <p:nvSpPr>
          <p:cNvPr id="23" name="Rectangle 22"/>
          <p:cNvSpPr/>
          <p:nvPr/>
        </p:nvSpPr>
        <p:spPr>
          <a:xfrm>
            <a:off x="285750" y="4353142"/>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#2</a:t>
            </a:r>
          </a:p>
        </p:txBody>
      </p:sp>
      <p:sp>
        <p:nvSpPr>
          <p:cNvPr id="26" name="Rounded Rectangle 25"/>
          <p:cNvSpPr/>
          <p:nvPr/>
        </p:nvSpPr>
        <p:spPr>
          <a:xfrm>
            <a:off x="2002536" y="5284470"/>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While this is not a tremendous increase, equity investors may still perceive the company as being richly valued, given the recent price jump and the resulting multiples</a:t>
            </a:r>
          </a:p>
        </p:txBody>
      </p:sp>
      <p:sp>
        <p:nvSpPr>
          <p:cNvPr id="27" name="Rectangle 26"/>
          <p:cNvSpPr/>
          <p:nvPr/>
        </p:nvSpPr>
        <p:spPr>
          <a:xfrm>
            <a:off x="285750" y="5284470"/>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#3</a:t>
            </a:r>
          </a:p>
        </p:txBody>
      </p:sp>
      <p:sp>
        <p:nvSpPr>
          <p:cNvPr id="30" name="Rounded Rectangle 29"/>
          <p:cNvSpPr/>
          <p:nvPr/>
        </p:nvSpPr>
        <p:spPr>
          <a:xfrm>
            <a:off x="2002536" y="6215798"/>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Given the company’s longer-term trading history, investors are likely to demand a follow-on offering discount above the standard range</a:t>
            </a:r>
          </a:p>
        </p:txBody>
      </p:sp>
      <p:sp>
        <p:nvSpPr>
          <p:cNvPr id="31" name="Rectangle 30"/>
          <p:cNvSpPr/>
          <p:nvPr/>
        </p:nvSpPr>
        <p:spPr>
          <a:xfrm>
            <a:off x="285750" y="6215798"/>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#4</a:t>
            </a:r>
          </a:p>
        </p:txBody>
      </p:sp>
      <p:sp>
        <p:nvSpPr>
          <p:cNvPr id="35" name="Right Arrow 34"/>
          <p:cNvSpPr/>
          <p:nvPr/>
        </p:nvSpPr>
        <p:spPr>
          <a:xfrm>
            <a:off x="745236" y="3421815"/>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Nautilus’ Share Price Exceeds its Intrinsic Value</a:t>
            </a:r>
          </a:p>
        </p:txBody>
      </p:sp>
      <p:sp>
        <p:nvSpPr>
          <p:cNvPr id="36" name="Right Arrow 35"/>
          <p:cNvSpPr/>
          <p:nvPr/>
        </p:nvSpPr>
        <p:spPr>
          <a:xfrm>
            <a:off x="745236" y="4353142"/>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Nautilus Trades at Premium Multiples</a:t>
            </a:r>
          </a:p>
        </p:txBody>
      </p:sp>
      <p:sp>
        <p:nvSpPr>
          <p:cNvPr id="37" name="Right Arrow 36"/>
          <p:cNvSpPr/>
          <p:nvPr/>
        </p:nvSpPr>
        <p:spPr>
          <a:xfrm>
            <a:off x="745236" y="5284470"/>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Nautilus’ Share Price is Up ~10% in the Past Year</a:t>
            </a:r>
          </a:p>
        </p:txBody>
      </p:sp>
      <p:sp>
        <p:nvSpPr>
          <p:cNvPr id="38" name="Right Arrow 37"/>
          <p:cNvSpPr/>
          <p:nvPr/>
        </p:nvSpPr>
        <p:spPr>
          <a:xfrm>
            <a:off x="745236" y="6215798"/>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But Its Share Price is Up More Than 6x in the Past Five Years</a:t>
            </a:r>
          </a:p>
        </p:txBody>
      </p:sp>
    </p:spTree>
    <p:extLst>
      <p:ext uri="{BB962C8B-B14F-4D97-AF65-F5344CB8AC3E}">
        <p14:creationId xmlns:p14="http://schemas.microsoft.com/office/powerpoint/2010/main" val="2140672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a:spLocks noGrp="1"/>
          </p:cNvSpPr>
          <p:nvPr>
            <p:ph type="body" sz="quarter" idx="14"/>
          </p:nvPr>
        </p:nvSpPr>
        <p:spPr>
          <a:prstGeom prst="rect">
            <a:avLst/>
          </a:prstGeom>
        </p:spPr>
        <p:txBody>
          <a:bodyPr wrap="square">
            <a:spAutoFit/>
          </a:bodyPr>
          <a:lstStyle/>
          <a:p>
            <a:pPr eaLnBrk="1" hangingPunct="1">
              <a:spcAft>
                <a:spcPts val="750"/>
              </a:spcAft>
            </a:pPr>
            <a:r>
              <a:rPr lang="en-US" sz="900">
                <a:latin typeface="Arial" charset="0"/>
              </a:rPr>
              <a:t>To analyze a potential follow-on offering, Goldman Stanley used the following assumptions:</a:t>
            </a:r>
          </a:p>
          <a:p>
            <a:pPr lvl="1" eaLnBrk="1" hangingPunct="1">
              <a:spcAft>
                <a:spcPts val="750"/>
              </a:spcAft>
            </a:pPr>
            <a:r>
              <a:rPr lang="en-US" sz="900" b="1">
                <a:latin typeface="Arial" charset="0"/>
              </a:rPr>
              <a:t>Offering Size:</a:t>
            </a:r>
            <a:r>
              <a:rPr lang="en-US" sz="900">
                <a:latin typeface="Arial" charset="0"/>
              </a:rPr>
              <a:t> $1.5 billion USD, with a 15% overallotment provision</a:t>
            </a:r>
          </a:p>
          <a:p>
            <a:pPr lvl="1" eaLnBrk="1" hangingPunct="1">
              <a:spcAft>
                <a:spcPts val="750"/>
              </a:spcAft>
            </a:pPr>
            <a:r>
              <a:rPr lang="en-US" sz="900" b="1">
                <a:latin typeface="Arial" charset="0"/>
              </a:rPr>
              <a:t>Primary / Secondary Split:</a:t>
            </a:r>
            <a:r>
              <a:rPr lang="en-US" sz="900">
                <a:latin typeface="Arial" charset="0"/>
              </a:rPr>
              <a:t> 90% / 10% in both the initial offering and the overallotment</a:t>
            </a:r>
          </a:p>
          <a:p>
            <a:pPr lvl="1" eaLnBrk="1" hangingPunct="1">
              <a:spcAft>
                <a:spcPts val="750"/>
              </a:spcAft>
            </a:pPr>
            <a:r>
              <a:rPr lang="en-US" sz="900" b="1">
                <a:latin typeface="Arial" charset="0"/>
              </a:rPr>
              <a:t>Underwriting Discount:</a:t>
            </a:r>
            <a:r>
              <a:rPr lang="en-US" sz="900">
                <a:latin typeface="Arial" charset="0"/>
              </a:rPr>
              <a:t> 2.25%</a:t>
            </a:r>
          </a:p>
          <a:p>
            <a:pPr lvl="1" eaLnBrk="1" hangingPunct="1">
              <a:spcAft>
                <a:spcPts val="750"/>
              </a:spcAft>
            </a:pPr>
            <a:r>
              <a:rPr lang="en-US" sz="900" b="1">
                <a:latin typeface="Arial" charset="0"/>
              </a:rPr>
              <a:t>Other Fees:</a:t>
            </a:r>
            <a:r>
              <a:rPr lang="en-US" sz="900">
                <a:latin typeface="Arial" charset="0"/>
              </a:rPr>
              <a:t> $0.5 million</a:t>
            </a:r>
            <a:endParaRPr lang="en-US" sz="900" b="1">
              <a:latin typeface="Arial" charset="0"/>
            </a:endParaRPr>
          </a:p>
        </p:txBody>
      </p:sp>
      <p:sp>
        <p:nvSpPr>
          <p:cNvPr id="3" name="Footer Placeholder 2">
            <a:extLst>
              <a:ext uri="{FF2B5EF4-FFF2-40B4-BE49-F238E27FC236}">
                <a16:creationId xmlns:a16="http://schemas.microsoft.com/office/drawing/2014/main" id="{FE239D25-4EEB-80B5-DFD9-3074ABDFFA49}"/>
              </a:ext>
            </a:extLst>
          </p:cNvPr>
          <p:cNvSpPr>
            <a:spLocks noGrp="1"/>
          </p:cNvSpPr>
          <p:nvPr>
            <p:ph type="ftr" sz="quarter" idx="15"/>
          </p:nvPr>
        </p:nvSpPr>
        <p:spPr/>
        <p:txBody>
          <a:bodyPr/>
          <a:lstStyle/>
          <a:p>
            <a:pPr>
              <a:defRPr/>
            </a:pPr>
            <a:r>
              <a:rPr lang="en-US"/>
              <a:t>N° X – Month YYYY</a:t>
            </a:r>
            <a:endParaRPr lang="en-US" dirty="0"/>
          </a:p>
        </p:txBody>
      </p:sp>
      <p:sp>
        <p:nvSpPr>
          <p:cNvPr id="15362" name="Title 1"/>
          <p:cNvSpPr>
            <a:spLocks noGrp="1"/>
          </p:cNvSpPr>
          <p:nvPr>
            <p:ph type="title" idx="4294967295"/>
          </p:nvPr>
        </p:nvSpPr>
        <p:spPr>
          <a:xfrm>
            <a:off x="0" y="2676525"/>
            <a:ext cx="6172200" cy="276225"/>
          </a:xfrm>
          <a:prstGeom prst="rect">
            <a:avLst/>
          </a:prstGeom>
        </p:spPr>
        <p:txBody>
          <a:bodyPr>
            <a:normAutofit fontScale="90000"/>
          </a:bodyPr>
          <a:lstStyle/>
          <a:p>
            <a:pPr eaLnBrk="1" hangingPunct="1"/>
            <a:r>
              <a:rPr lang="en-US">
                <a:latin typeface="Arial" charset="0"/>
              </a:rPr>
              <a:t>Follow-On Offering Proceeds Analysis</a:t>
            </a:r>
          </a:p>
        </p:txBody>
      </p:sp>
      <p:sp>
        <p:nvSpPr>
          <p:cNvPr id="16" name="TextBox 15"/>
          <p:cNvSpPr txBox="1"/>
          <p:nvPr/>
        </p:nvSpPr>
        <p:spPr>
          <a:xfrm>
            <a:off x="285750" y="3067051"/>
            <a:ext cx="2571750" cy="115416"/>
          </a:xfrm>
          <a:prstGeom prst="rect">
            <a:avLst/>
          </a:prstGeom>
          <a:noFill/>
        </p:spPr>
        <p:txBody>
          <a:bodyPr wrap="square" lIns="0" tIns="0" rIns="0" bIns="0" rtlCol="0">
            <a:spAutoFit/>
          </a:bodyPr>
          <a:lstStyle/>
          <a:p>
            <a:r>
              <a:rPr lang="en-US" sz="750"/>
              <a:t>($ USD in Millions Except for $ per Share Figures)</a:t>
            </a:r>
          </a:p>
        </p:txBody>
      </p:sp>
      <p:pic>
        <p:nvPicPr>
          <p:cNvPr id="2" name="Picture 1"/>
          <p:cNvPicPr>
            <a:picLocks noChangeAspect="1"/>
          </p:cNvPicPr>
          <p:nvPr/>
        </p:nvPicPr>
        <p:blipFill>
          <a:blip r:embed="rId3"/>
          <a:stretch>
            <a:fillRect/>
          </a:stretch>
        </p:blipFill>
        <p:spPr>
          <a:xfrm>
            <a:off x="1714501" y="3352801"/>
            <a:ext cx="4800600" cy="3727812"/>
          </a:xfrm>
          <a:prstGeom prst="rect">
            <a:avLst/>
          </a:prstGeom>
        </p:spPr>
      </p:pic>
    </p:spTree>
    <p:extLst>
      <p:ext uri="{BB962C8B-B14F-4D97-AF65-F5344CB8AC3E}">
        <p14:creationId xmlns:p14="http://schemas.microsoft.com/office/powerpoint/2010/main" val="1175315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Goldman Stanley examined 126 debt issuances from U.S.-based “non-investment grade speculative” companies in the software and media industries; the average coupon rate was 5.38% with a tenor of 8.3 years</a:t>
            </a:r>
          </a:p>
          <a:p>
            <a:pPr eaLnBrk="1" hangingPunct="1">
              <a:spcAft>
                <a:spcPts val="750"/>
              </a:spcAft>
            </a:pPr>
            <a:r>
              <a:rPr lang="en-US" sz="900">
                <a:latin typeface="Arial" charset="0"/>
              </a:rPr>
              <a:t>Moody’s has reported the following median Debt / EBITDA and EBITA / Interest for a broader set of BB-rated companies across all industries (note that the Moody’s “Ba” rating is equivalent to the Fitch and S&amp;P “BB” rating):</a:t>
            </a:r>
          </a:p>
        </p:txBody>
      </p:sp>
      <p:sp>
        <p:nvSpPr>
          <p:cNvPr id="2" name="Footer Placeholder 1">
            <a:extLst>
              <a:ext uri="{FF2B5EF4-FFF2-40B4-BE49-F238E27FC236}">
                <a16:creationId xmlns:a16="http://schemas.microsoft.com/office/drawing/2014/main" id="{A79F928A-4D13-31A5-8270-C256059F014B}"/>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514350" y="2667000"/>
            <a:ext cx="6343650" cy="276225"/>
          </a:xfrm>
          <a:prstGeom prst="rect">
            <a:avLst/>
          </a:prstGeom>
        </p:spPr>
        <p:txBody>
          <a:bodyPr>
            <a:normAutofit fontScale="90000"/>
          </a:bodyPr>
          <a:lstStyle/>
          <a:p>
            <a:pPr eaLnBrk="1" hangingPunct="1"/>
            <a:r>
              <a:rPr lang="en-US">
                <a:latin typeface="Arial" charset="0"/>
              </a:rPr>
              <a:t>Comparable Debt Issuances</a:t>
            </a:r>
          </a:p>
        </p:txBody>
      </p:sp>
      <p:pic>
        <p:nvPicPr>
          <p:cNvPr id="6" name="Picture 5"/>
          <p:cNvPicPr>
            <a:picLocks noChangeAspect="1"/>
          </p:cNvPicPr>
          <p:nvPr/>
        </p:nvPicPr>
        <p:blipFill>
          <a:blip r:embed="rId3"/>
          <a:stretch>
            <a:fillRect/>
          </a:stretch>
        </p:blipFill>
        <p:spPr>
          <a:xfrm>
            <a:off x="285750" y="4152900"/>
            <a:ext cx="6229350" cy="2836475"/>
          </a:xfrm>
          <a:prstGeom prst="rect">
            <a:avLst/>
          </a:prstGeom>
        </p:spPr>
      </p:pic>
      <p:sp>
        <p:nvSpPr>
          <p:cNvPr id="7" name="Rectangle 6"/>
          <p:cNvSpPr/>
          <p:nvPr/>
        </p:nvSpPr>
        <p:spPr>
          <a:xfrm>
            <a:off x="285750" y="5181600"/>
            <a:ext cx="5372100" cy="1143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9773" indent="-129773" algn="ctr">
              <a:buFont typeface="Wingdings" panose="05000000000000000000" pitchFamily="2" charset="2"/>
              <a:buChar char="§"/>
            </a:pPr>
            <a:endParaRPr lang="en-US" sz="900">
              <a:solidFill>
                <a:schemeClr val="tx1"/>
              </a:solidFill>
              <a:latin typeface="Arial" panose="020B0604020202020204" pitchFamily="34" charset="0"/>
              <a:cs typeface="Arial" panose="020B0604020202020204" pitchFamily="34" charset="0"/>
            </a:endParaRPr>
          </a:p>
        </p:txBody>
      </p:sp>
      <p:sp>
        <p:nvSpPr>
          <p:cNvPr id="8" name="Rectangle 7"/>
          <p:cNvSpPr/>
          <p:nvPr/>
        </p:nvSpPr>
        <p:spPr>
          <a:xfrm>
            <a:off x="285750" y="6455569"/>
            <a:ext cx="6229350" cy="17145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9773" indent="-129773" algn="ctr">
              <a:buFont typeface="Wingdings" panose="05000000000000000000" pitchFamily="2" charset="2"/>
              <a:buChar char="§"/>
            </a:pPr>
            <a:endParaRPr lang="en-US" sz="9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06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Immediately after raising $1.5 billion, Nautilus’ Debt / EBITDA would jump from 1.8x to 4.5x, putting it in-line with B or B+-rated companies:</a:t>
            </a: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r>
              <a:rPr lang="en-US" sz="900">
                <a:latin typeface="Arial" charset="0"/>
              </a:rPr>
              <a:t>While the company would still have strong liquidity and interest coverage, its leverage and capital ratios would concern lenders and might trigger a credit rating downgrade</a:t>
            </a:r>
          </a:p>
          <a:p>
            <a:pPr eaLnBrk="1" hangingPunct="1">
              <a:spcAft>
                <a:spcPts val="750"/>
              </a:spcAft>
            </a:pPr>
            <a:r>
              <a:rPr lang="en-US" sz="900">
                <a:latin typeface="Arial" charset="0"/>
              </a:rPr>
              <a:t>Additionally, lenders may view the company’s EBITDA and FCF projections with skepticism, given the “hockey stick” turnaround planned for FY 18 and FY 19</a:t>
            </a:r>
          </a:p>
          <a:p>
            <a:pPr eaLnBrk="1" hangingPunct="1">
              <a:spcAft>
                <a:spcPts val="750"/>
              </a:spcAft>
            </a:pPr>
            <a:r>
              <a:rPr lang="en-US" sz="900">
                <a:latin typeface="Arial" charset="0"/>
              </a:rPr>
              <a:t>However, the real problem is that the figures look significantly worse in the Downside scenario (Debt/EBITDA rises to over 10x), which lenders focus on when assessing the company’s prospects</a:t>
            </a:r>
          </a:p>
        </p:txBody>
      </p:sp>
      <p:sp>
        <p:nvSpPr>
          <p:cNvPr id="2" name="Footer Placeholder 1">
            <a:extLst>
              <a:ext uri="{FF2B5EF4-FFF2-40B4-BE49-F238E27FC236}">
                <a16:creationId xmlns:a16="http://schemas.microsoft.com/office/drawing/2014/main" id="{B44B246B-A44F-EC44-6C8C-8F03625B8FBA}"/>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514350" y="2667000"/>
            <a:ext cx="6343650" cy="276225"/>
          </a:xfrm>
          <a:prstGeom prst="rect">
            <a:avLst/>
          </a:prstGeom>
        </p:spPr>
        <p:txBody>
          <a:bodyPr>
            <a:normAutofit fontScale="90000"/>
          </a:bodyPr>
          <a:lstStyle/>
          <a:p>
            <a:pPr eaLnBrk="1" hangingPunct="1"/>
            <a:r>
              <a:rPr lang="en-US">
                <a:latin typeface="Arial" charset="0"/>
              </a:rPr>
              <a:t>Pro-Forma Credit Statistics and Ratios – Base Case</a:t>
            </a:r>
          </a:p>
        </p:txBody>
      </p:sp>
      <p:sp>
        <p:nvSpPr>
          <p:cNvPr id="9" name="TextBox 8"/>
          <p:cNvSpPr txBox="1"/>
          <p:nvPr/>
        </p:nvSpPr>
        <p:spPr>
          <a:xfrm>
            <a:off x="285750" y="3067051"/>
            <a:ext cx="2571750" cy="115416"/>
          </a:xfrm>
          <a:prstGeom prst="rect">
            <a:avLst/>
          </a:prstGeom>
          <a:noFill/>
        </p:spPr>
        <p:txBody>
          <a:bodyPr wrap="square" lIns="0" tIns="0" rIns="0" bIns="0" rtlCol="0">
            <a:spAutoFit/>
          </a:bodyPr>
          <a:lstStyle/>
          <a:p>
            <a:r>
              <a:rPr lang="en-US" sz="750"/>
              <a:t>($ USD in Millions Except for $ per Share Figures)</a:t>
            </a:r>
          </a:p>
        </p:txBody>
      </p:sp>
      <p:pic>
        <p:nvPicPr>
          <p:cNvPr id="3" name="Picture 2"/>
          <p:cNvPicPr>
            <a:picLocks noChangeAspect="1"/>
          </p:cNvPicPr>
          <p:nvPr/>
        </p:nvPicPr>
        <p:blipFill>
          <a:blip r:embed="rId3"/>
          <a:stretch>
            <a:fillRect/>
          </a:stretch>
        </p:blipFill>
        <p:spPr>
          <a:xfrm>
            <a:off x="285750" y="3756566"/>
            <a:ext cx="6229350" cy="1953915"/>
          </a:xfrm>
          <a:prstGeom prst="rect">
            <a:avLst/>
          </a:prstGeom>
        </p:spPr>
      </p:pic>
    </p:spTree>
    <p:extLst>
      <p:ext uri="{BB962C8B-B14F-4D97-AF65-F5344CB8AC3E}">
        <p14:creationId xmlns:p14="http://schemas.microsoft.com/office/powerpoint/2010/main" val="413189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C627747-0125-26F2-7CE4-945F55CEA41D}"/>
              </a:ext>
            </a:extLst>
          </p:cNvPr>
          <p:cNvSpPr>
            <a:spLocks noGrp="1"/>
          </p:cNvSpPr>
          <p:nvPr>
            <p:ph type="body" sz="quarter" idx="14"/>
          </p:nvPr>
        </p:nvSpPr>
        <p:spPr/>
        <p:txBody>
          <a:bodyPr/>
          <a:lstStyle/>
          <a:p>
            <a:endParaRPr lang="en-FR"/>
          </a:p>
        </p:txBody>
      </p:sp>
      <p:sp>
        <p:nvSpPr>
          <p:cNvPr id="4" name="Footer Placeholder 3">
            <a:extLst>
              <a:ext uri="{FF2B5EF4-FFF2-40B4-BE49-F238E27FC236}">
                <a16:creationId xmlns:a16="http://schemas.microsoft.com/office/drawing/2014/main" id="{9A973939-3B89-53AC-2BB1-70F93F40614D}"/>
              </a:ext>
            </a:extLst>
          </p:cNvPr>
          <p:cNvSpPr>
            <a:spLocks noGrp="1"/>
          </p:cNvSpPr>
          <p:nvPr>
            <p:ph type="ftr" sz="quarter" idx="15"/>
          </p:nvPr>
        </p:nvSpPr>
        <p:spPr/>
        <p:txBody>
          <a:bodyPr/>
          <a:lstStyle/>
          <a:p>
            <a:pPr>
              <a:defRPr/>
            </a:pPr>
            <a:r>
              <a:rPr lang="en-US"/>
              <a:t>N° X – Month YYYY</a:t>
            </a:r>
            <a:endParaRPr lang="en-US" dirty="0"/>
          </a:p>
        </p:txBody>
      </p:sp>
      <p:sp>
        <p:nvSpPr>
          <p:cNvPr id="2" name="Title 1"/>
          <p:cNvSpPr>
            <a:spLocks noGrp="1"/>
          </p:cNvSpPr>
          <p:nvPr>
            <p:ph type="title" idx="4294967295"/>
          </p:nvPr>
        </p:nvSpPr>
        <p:spPr>
          <a:xfrm>
            <a:off x="0" y="2676525"/>
            <a:ext cx="6229350" cy="276225"/>
          </a:xfrm>
          <a:prstGeom prst="rect">
            <a:avLst/>
          </a:prstGeom>
        </p:spPr>
        <p:txBody>
          <a:bodyPr>
            <a:normAutofit fontScale="90000"/>
          </a:bodyPr>
          <a:lstStyle/>
          <a:p>
            <a:r>
              <a:rPr lang="en-US">
                <a:latin typeface="Arial" charset="0"/>
              </a:rPr>
              <a:t>Unsecured Senior Note Issuance – Conclusions</a:t>
            </a:r>
            <a:endParaRPr lang="en-US"/>
          </a:p>
        </p:txBody>
      </p:sp>
      <p:sp>
        <p:nvSpPr>
          <p:cNvPr id="9" name="Rounded Rectangle 8"/>
          <p:cNvSpPr/>
          <p:nvPr/>
        </p:nvSpPr>
        <p:spPr>
          <a:xfrm>
            <a:off x="2002536" y="3421815"/>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The company would likely be able to raise $1.5 billion in debt in two tranches of $750 million each, with coupon rates of 5.5% and 5.8% and tenors of 8 years; these figures are consistent with those of BB- technology companies</a:t>
            </a:r>
          </a:p>
        </p:txBody>
      </p:sp>
      <p:sp>
        <p:nvSpPr>
          <p:cNvPr id="3" name="Rectangle 2"/>
          <p:cNvSpPr/>
          <p:nvPr/>
        </p:nvSpPr>
        <p:spPr>
          <a:xfrm>
            <a:off x="285750" y="3421815"/>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#1</a:t>
            </a:r>
          </a:p>
        </p:txBody>
      </p:sp>
      <p:sp>
        <p:nvSpPr>
          <p:cNvPr id="22" name="Rounded Rectangle 21"/>
          <p:cNvSpPr/>
          <p:nvPr/>
        </p:nvSpPr>
        <p:spPr>
          <a:xfrm>
            <a:off x="2002536" y="4353142"/>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The company’s pro-forma Debt / EBITDA would rise to 4.5x, putting it more in-line with B and B+-rated companies; lenders would also question its cash flow profile and margins</a:t>
            </a:r>
          </a:p>
        </p:txBody>
      </p:sp>
      <p:sp>
        <p:nvSpPr>
          <p:cNvPr id="23" name="Rectangle 22"/>
          <p:cNvSpPr/>
          <p:nvPr/>
        </p:nvSpPr>
        <p:spPr>
          <a:xfrm>
            <a:off x="285750" y="4353142"/>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#2</a:t>
            </a:r>
          </a:p>
        </p:txBody>
      </p:sp>
      <p:sp>
        <p:nvSpPr>
          <p:cNvPr id="26" name="Rounded Rectangle 25"/>
          <p:cNvSpPr/>
          <p:nvPr/>
        </p:nvSpPr>
        <p:spPr>
          <a:xfrm>
            <a:off x="2002536" y="5284470"/>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Since the company’s Cost of Equity as determined by CAPM is 9 – 14%, Unsecured Notes could offer a significantly lower cost and therefore reduce the company’s WACC</a:t>
            </a:r>
          </a:p>
        </p:txBody>
      </p:sp>
      <p:sp>
        <p:nvSpPr>
          <p:cNvPr id="27" name="Rectangle 26"/>
          <p:cNvSpPr/>
          <p:nvPr/>
        </p:nvSpPr>
        <p:spPr>
          <a:xfrm>
            <a:off x="285750" y="5284470"/>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#3</a:t>
            </a:r>
          </a:p>
        </p:txBody>
      </p:sp>
      <p:sp>
        <p:nvSpPr>
          <p:cNvPr id="30" name="Rounded Rectangle 29"/>
          <p:cNvSpPr/>
          <p:nvPr/>
        </p:nvSpPr>
        <p:spPr>
          <a:xfrm>
            <a:off x="2002536" y="6215798"/>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At a leverage ratio of 4.5x, followed by 3.5x – 4.0x, it is unlikely that Nautilus could issue additional debt on the same terms; it would have to raise equity or more expensive debt, such as Subordinated Notes or Mezzanine</a:t>
            </a:r>
          </a:p>
        </p:txBody>
      </p:sp>
      <p:sp>
        <p:nvSpPr>
          <p:cNvPr id="31" name="Rectangle 30"/>
          <p:cNvSpPr/>
          <p:nvPr/>
        </p:nvSpPr>
        <p:spPr>
          <a:xfrm>
            <a:off x="285750" y="6215798"/>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#4</a:t>
            </a:r>
          </a:p>
        </p:txBody>
      </p:sp>
      <p:sp>
        <p:nvSpPr>
          <p:cNvPr id="35" name="Right Arrow 34"/>
          <p:cNvSpPr/>
          <p:nvPr/>
        </p:nvSpPr>
        <p:spPr>
          <a:xfrm>
            <a:off x="745236" y="3421815"/>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Currently, Nautilus’ Credit Stats and Ratios Are Healthy</a:t>
            </a:r>
          </a:p>
        </p:txBody>
      </p:sp>
      <p:sp>
        <p:nvSpPr>
          <p:cNvPr id="36" name="Right Arrow 35"/>
          <p:cNvSpPr/>
          <p:nvPr/>
        </p:nvSpPr>
        <p:spPr>
          <a:xfrm>
            <a:off x="745236" y="4353142"/>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Nautilus’ Credit Rating Would Likely Be Downgraded Afterward</a:t>
            </a:r>
          </a:p>
        </p:txBody>
      </p:sp>
      <p:sp>
        <p:nvSpPr>
          <p:cNvPr id="37" name="Right Arrow 36"/>
          <p:cNvSpPr/>
          <p:nvPr/>
        </p:nvSpPr>
        <p:spPr>
          <a:xfrm>
            <a:off x="745236" y="5284470"/>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Unsecured Senior Notes Would Reduce WACC</a:t>
            </a:r>
          </a:p>
        </p:txBody>
      </p:sp>
      <p:sp>
        <p:nvSpPr>
          <p:cNvPr id="38" name="Right Arrow 37"/>
          <p:cNvSpPr/>
          <p:nvPr/>
        </p:nvSpPr>
        <p:spPr>
          <a:xfrm>
            <a:off x="745236" y="6215798"/>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A Debt Issuance Would Also Reduce Nautilus’ Financial Flexibility</a:t>
            </a:r>
          </a:p>
        </p:txBody>
      </p:sp>
    </p:spTree>
    <p:extLst>
      <p:ext uri="{BB962C8B-B14F-4D97-AF65-F5344CB8AC3E}">
        <p14:creationId xmlns:p14="http://schemas.microsoft.com/office/powerpoint/2010/main" val="134740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A convertible bond offers many of the same advantages as plain-vanilla debt and equity offerings, but it comes without the disadvantages, or with diminished disadvantages:</a:t>
            </a:r>
          </a:p>
        </p:txBody>
      </p:sp>
      <p:sp>
        <p:nvSpPr>
          <p:cNvPr id="2" name="Footer Placeholder 1">
            <a:extLst>
              <a:ext uri="{FF2B5EF4-FFF2-40B4-BE49-F238E27FC236}">
                <a16:creationId xmlns:a16="http://schemas.microsoft.com/office/drawing/2014/main" id="{6FA2E88D-E4E6-7859-41EF-F03B003167F0}"/>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0" y="2667000"/>
            <a:ext cx="6172200" cy="276225"/>
          </a:xfrm>
          <a:prstGeom prst="rect">
            <a:avLst/>
          </a:prstGeom>
        </p:spPr>
        <p:txBody>
          <a:bodyPr>
            <a:normAutofit fontScale="90000"/>
          </a:bodyPr>
          <a:lstStyle/>
          <a:p>
            <a:pPr eaLnBrk="1" hangingPunct="1"/>
            <a:r>
              <a:rPr lang="en-US">
                <a:latin typeface="Arial" charset="0"/>
              </a:rPr>
              <a:t>Rationale for a Convertible Bond Offering</a:t>
            </a:r>
          </a:p>
        </p:txBody>
      </p:sp>
      <p:graphicFrame>
        <p:nvGraphicFramePr>
          <p:cNvPr id="5" name="Table 4"/>
          <p:cNvGraphicFramePr>
            <a:graphicFrameLocks noGrp="1"/>
          </p:cNvGraphicFramePr>
          <p:nvPr>
            <p:extLst>
              <p:ext uri="{D42A27DB-BD31-4B8C-83A1-F6EECF244321}">
                <p14:modId xmlns:p14="http://schemas.microsoft.com/office/powerpoint/2010/main" val="209768601"/>
              </p:ext>
            </p:extLst>
          </p:nvPr>
        </p:nvGraphicFramePr>
        <p:xfrm>
          <a:off x="285750" y="3752850"/>
          <a:ext cx="6229352" cy="2979942"/>
        </p:xfrm>
        <a:graphic>
          <a:graphicData uri="http://schemas.openxmlformats.org/drawingml/2006/table">
            <a:tbl>
              <a:tblPr firstRow="1" bandRow="1">
                <a:tableStyleId>{5C22544A-7EE6-4342-B048-85BDC9FD1C3A}</a:tableStyleId>
              </a:tblPr>
              <a:tblGrid>
                <a:gridCol w="1557338">
                  <a:extLst>
                    <a:ext uri="{9D8B030D-6E8A-4147-A177-3AD203B41FA5}">
                      <a16:colId xmlns:a16="http://schemas.microsoft.com/office/drawing/2014/main" val="2325094261"/>
                    </a:ext>
                  </a:extLst>
                </a:gridCol>
                <a:gridCol w="1557338">
                  <a:extLst>
                    <a:ext uri="{9D8B030D-6E8A-4147-A177-3AD203B41FA5}">
                      <a16:colId xmlns:a16="http://schemas.microsoft.com/office/drawing/2014/main" val="3359536802"/>
                    </a:ext>
                  </a:extLst>
                </a:gridCol>
                <a:gridCol w="1557338">
                  <a:extLst>
                    <a:ext uri="{9D8B030D-6E8A-4147-A177-3AD203B41FA5}">
                      <a16:colId xmlns:a16="http://schemas.microsoft.com/office/drawing/2014/main" val="3194759247"/>
                    </a:ext>
                  </a:extLst>
                </a:gridCol>
                <a:gridCol w="1557338">
                  <a:extLst>
                    <a:ext uri="{9D8B030D-6E8A-4147-A177-3AD203B41FA5}">
                      <a16:colId xmlns:a16="http://schemas.microsoft.com/office/drawing/2014/main" val="2955274660"/>
                    </a:ext>
                  </a:extLst>
                </a:gridCol>
              </a:tblGrid>
              <a:tr h="320040">
                <a:tc>
                  <a:txBody>
                    <a:bodyPr/>
                    <a:lstStyle/>
                    <a:p>
                      <a:pPr algn="ctr"/>
                      <a:r>
                        <a:rPr lang="en-US" sz="900">
                          <a:latin typeface="Arial" panose="020B0604020202020204" pitchFamily="34" charset="0"/>
                          <a:cs typeface="Arial" panose="020B0604020202020204" pitchFamily="34" charset="0"/>
                        </a:rPr>
                        <a:t>Criterion</a:t>
                      </a:r>
                    </a:p>
                  </a:txBody>
                  <a:tcPr marL="78914" marR="78914" marT="39457" marB="39457" anchor="ctr">
                    <a:solidFill>
                      <a:srgbClr val="113D63"/>
                    </a:solidFill>
                  </a:tcPr>
                </a:tc>
                <a:tc>
                  <a:txBody>
                    <a:bodyPr/>
                    <a:lstStyle/>
                    <a:p>
                      <a:pPr algn="ctr"/>
                      <a:r>
                        <a:rPr lang="en-US" sz="900">
                          <a:latin typeface="Arial" panose="020B0604020202020204" pitchFamily="34" charset="0"/>
                          <a:cs typeface="Arial" panose="020B0604020202020204" pitchFamily="34" charset="0"/>
                        </a:rPr>
                        <a:t>Follow-On</a:t>
                      </a:r>
                      <a:r>
                        <a:rPr lang="en-US" sz="900" baseline="0">
                          <a:latin typeface="Arial" panose="020B0604020202020204" pitchFamily="34" charset="0"/>
                          <a:cs typeface="Arial" panose="020B0604020202020204" pitchFamily="34" charset="0"/>
                        </a:rPr>
                        <a:t> Equity</a:t>
                      </a:r>
                      <a:endParaRPr lang="en-US" sz="900">
                        <a:latin typeface="Arial" panose="020B0604020202020204" pitchFamily="34" charset="0"/>
                        <a:cs typeface="Arial" panose="020B0604020202020204" pitchFamily="34" charset="0"/>
                      </a:endParaRPr>
                    </a:p>
                  </a:txBody>
                  <a:tcPr marL="78914" marR="78914" marT="39457" marB="39457" anchor="ctr">
                    <a:solidFill>
                      <a:srgbClr val="113D63"/>
                    </a:solidFill>
                  </a:tcPr>
                </a:tc>
                <a:tc>
                  <a:txBody>
                    <a:bodyPr/>
                    <a:lstStyle/>
                    <a:p>
                      <a:pPr algn="ctr"/>
                      <a:r>
                        <a:rPr lang="en-US" sz="900">
                          <a:latin typeface="Arial" panose="020B0604020202020204" pitchFamily="34" charset="0"/>
                          <a:cs typeface="Arial" panose="020B0604020202020204" pitchFamily="34" charset="0"/>
                        </a:rPr>
                        <a:t>Unsecured Senior Notes</a:t>
                      </a:r>
                    </a:p>
                  </a:txBody>
                  <a:tcPr marL="78914" marR="78914" marT="39457" marB="39457" anchor="ctr">
                    <a:solidFill>
                      <a:srgbClr val="113D63"/>
                    </a:solidFill>
                  </a:tcPr>
                </a:tc>
                <a:tc>
                  <a:txBody>
                    <a:bodyPr/>
                    <a:lstStyle/>
                    <a:p>
                      <a:pPr algn="ctr"/>
                      <a:r>
                        <a:rPr lang="en-US" sz="900">
                          <a:latin typeface="Arial" panose="020B0604020202020204" pitchFamily="34" charset="0"/>
                          <a:cs typeface="Arial" panose="020B0604020202020204" pitchFamily="34" charset="0"/>
                        </a:rPr>
                        <a:t>Convertible Bond</a:t>
                      </a:r>
                    </a:p>
                  </a:txBody>
                  <a:tcPr marL="78914" marR="78914" marT="39457" marB="39457" anchor="ctr">
                    <a:solidFill>
                      <a:srgbClr val="113D63"/>
                    </a:solidFill>
                  </a:tcPr>
                </a:tc>
                <a:extLst>
                  <a:ext uri="{0D108BD9-81ED-4DB2-BD59-A6C34878D82A}">
                    <a16:rowId xmlns:a16="http://schemas.microsoft.com/office/drawing/2014/main" val="1564074801"/>
                  </a:ext>
                </a:extLst>
              </a:tr>
              <a:tr h="353233">
                <a:tc>
                  <a:txBody>
                    <a:bodyPr/>
                    <a:lstStyle/>
                    <a:p>
                      <a:pPr algn="ctr"/>
                      <a:r>
                        <a:rPr lang="en-US" sz="900" b="1">
                          <a:latin typeface="Arial" panose="020B0604020202020204" pitchFamily="34" charset="0"/>
                          <a:cs typeface="Arial" panose="020B0604020202020204" pitchFamily="34" charset="0"/>
                        </a:rPr>
                        <a:t>After-Tax Cost of Funding</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Moderate</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Highest</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Lowest</a:t>
                      </a:r>
                    </a:p>
                  </a:txBody>
                  <a:tcPr marL="78914" marR="78914" marT="39457" marB="39457" anchor="ctr">
                    <a:solidFill>
                      <a:srgbClr val="CCD1D7"/>
                    </a:solidFill>
                  </a:tcPr>
                </a:tc>
                <a:extLst>
                  <a:ext uri="{0D108BD9-81ED-4DB2-BD59-A6C34878D82A}">
                    <a16:rowId xmlns:a16="http://schemas.microsoft.com/office/drawing/2014/main" val="821792599"/>
                  </a:ext>
                </a:extLst>
              </a:tr>
              <a:tr h="320040">
                <a:tc>
                  <a:txBody>
                    <a:bodyPr/>
                    <a:lstStyle/>
                    <a:p>
                      <a:pPr algn="ctr"/>
                      <a:r>
                        <a:rPr lang="en-US" sz="900" b="1">
                          <a:latin typeface="Arial" panose="020B0604020202020204" pitchFamily="34" charset="0"/>
                          <a:cs typeface="Arial" panose="020B0604020202020204" pitchFamily="34" charset="0"/>
                        </a:rPr>
                        <a:t>Impact on WACC</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Increase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Moderate Decrease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Substantial Decrease</a:t>
                      </a:r>
                    </a:p>
                  </a:txBody>
                  <a:tcPr marL="78914" marR="78914" marT="39457" marB="39457" anchor="ctr">
                    <a:solidFill>
                      <a:srgbClr val="5E7C9E"/>
                    </a:solidFill>
                  </a:tcPr>
                </a:tc>
                <a:extLst>
                  <a:ext uri="{0D108BD9-81ED-4DB2-BD59-A6C34878D82A}">
                    <a16:rowId xmlns:a16="http://schemas.microsoft.com/office/drawing/2014/main" val="520217637"/>
                  </a:ext>
                </a:extLst>
              </a:tr>
              <a:tr h="320040">
                <a:tc>
                  <a:txBody>
                    <a:bodyPr/>
                    <a:lstStyle/>
                    <a:p>
                      <a:pPr algn="ctr"/>
                      <a:r>
                        <a:rPr lang="en-US" sz="900" b="1">
                          <a:latin typeface="Arial" panose="020B0604020202020204" pitchFamily="34" charset="0"/>
                          <a:cs typeface="Arial" panose="020B0604020202020204" pitchFamily="34" charset="0"/>
                        </a:rPr>
                        <a:t>Share Price Impact</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Neutral to Positive</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Neutral</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Neutral to Positive</a:t>
                      </a:r>
                    </a:p>
                  </a:txBody>
                  <a:tcPr marL="78914" marR="78914" marT="39457" marB="39457" anchor="ctr">
                    <a:solidFill>
                      <a:srgbClr val="CCD1D7"/>
                    </a:solidFill>
                  </a:tcPr>
                </a:tc>
                <a:extLst>
                  <a:ext uri="{0D108BD9-81ED-4DB2-BD59-A6C34878D82A}">
                    <a16:rowId xmlns:a16="http://schemas.microsoft.com/office/drawing/2014/main" val="1713666447"/>
                  </a:ext>
                </a:extLst>
              </a:tr>
              <a:tr h="320040">
                <a:tc>
                  <a:txBody>
                    <a:bodyPr/>
                    <a:lstStyle/>
                    <a:p>
                      <a:pPr algn="ctr"/>
                      <a:r>
                        <a:rPr lang="en-US" sz="900" b="1">
                          <a:latin typeface="Arial" panose="020B0604020202020204" pitchFamily="34" charset="0"/>
                          <a:cs typeface="Arial" panose="020B0604020202020204" pitchFamily="34" charset="0"/>
                        </a:rPr>
                        <a:t>Credit Rating Impact</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None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Likely Downgrade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Possible Downgrade</a:t>
                      </a:r>
                    </a:p>
                  </a:txBody>
                  <a:tcPr marL="78914" marR="78914" marT="39457" marB="39457" anchor="ctr">
                    <a:solidFill>
                      <a:srgbClr val="5E7C9E"/>
                    </a:solidFill>
                  </a:tcPr>
                </a:tc>
                <a:extLst>
                  <a:ext uri="{0D108BD9-81ED-4DB2-BD59-A6C34878D82A}">
                    <a16:rowId xmlns:a16="http://schemas.microsoft.com/office/drawing/2014/main" val="1327726351"/>
                  </a:ext>
                </a:extLst>
              </a:tr>
              <a:tr h="353233">
                <a:tc>
                  <a:txBody>
                    <a:bodyPr/>
                    <a:lstStyle/>
                    <a:p>
                      <a:pPr algn="ctr"/>
                      <a:r>
                        <a:rPr lang="en-US" sz="900" b="1">
                          <a:latin typeface="Arial" panose="020B0604020202020204" pitchFamily="34" charset="0"/>
                          <a:cs typeface="Arial" panose="020B0604020202020204" pitchFamily="34" charset="0"/>
                        </a:rPr>
                        <a:t>Share Dilution</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6-7%</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None</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4-5%, but possible to reduce</a:t>
                      </a:r>
                    </a:p>
                  </a:txBody>
                  <a:tcPr marL="78914" marR="78914" marT="39457" marB="39457" anchor="ctr">
                    <a:solidFill>
                      <a:srgbClr val="CCD1D7"/>
                    </a:solidFill>
                  </a:tcPr>
                </a:tc>
                <a:extLst>
                  <a:ext uri="{0D108BD9-81ED-4DB2-BD59-A6C34878D82A}">
                    <a16:rowId xmlns:a16="http://schemas.microsoft.com/office/drawing/2014/main" val="4079974469"/>
                  </a:ext>
                </a:extLst>
              </a:tr>
              <a:tr h="320040">
                <a:tc>
                  <a:txBody>
                    <a:bodyPr/>
                    <a:lstStyle/>
                    <a:p>
                      <a:pPr algn="ctr"/>
                      <a:r>
                        <a:rPr lang="en-US" sz="900" b="1">
                          <a:latin typeface="Arial" panose="020B0604020202020204" pitchFamily="34" charset="0"/>
                          <a:cs typeface="Arial" panose="020B0604020202020204" pitchFamily="34" charset="0"/>
                        </a:rPr>
                        <a:t>Covenants</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None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Incurrence</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Incurrence</a:t>
                      </a:r>
                    </a:p>
                  </a:txBody>
                  <a:tcPr marL="78914" marR="78914" marT="39457" marB="39457" anchor="ctr">
                    <a:solidFill>
                      <a:srgbClr val="5E7C9E"/>
                    </a:solidFill>
                  </a:tcPr>
                </a:tc>
                <a:extLst>
                  <a:ext uri="{0D108BD9-81ED-4DB2-BD59-A6C34878D82A}">
                    <a16:rowId xmlns:a16="http://schemas.microsoft.com/office/drawing/2014/main" val="596401587"/>
                  </a:ext>
                </a:extLst>
              </a:tr>
              <a:tr h="353233">
                <a:tc>
                  <a:txBody>
                    <a:bodyPr/>
                    <a:lstStyle/>
                    <a:p>
                      <a:pPr algn="ctr"/>
                      <a:r>
                        <a:rPr lang="en-US" sz="900" b="1">
                          <a:latin typeface="Arial" panose="020B0604020202020204" pitchFamily="34" charset="0"/>
                          <a:cs typeface="Arial" panose="020B0604020202020204" pitchFamily="34" charset="0"/>
                        </a:rPr>
                        <a:t>Ability to Raise Additional Debt</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No Impact</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Reduced</a:t>
                      </a:r>
                    </a:p>
                  </a:txBody>
                  <a:tcPr marL="78914" marR="78914" marT="39457" marB="39457" anchor="ctr">
                    <a:solidFill>
                      <a:srgbClr val="CCD1D7"/>
                    </a:solidFill>
                  </a:tcPr>
                </a:tc>
                <a:tc>
                  <a:txBody>
                    <a:bodyPr/>
                    <a:lstStyle/>
                    <a:p>
                      <a:pPr algn="ctr"/>
                      <a:r>
                        <a:rPr lang="en-US" sz="900">
                          <a:latin typeface="Arial" panose="020B0604020202020204" pitchFamily="34" charset="0"/>
                          <a:cs typeface="Arial" panose="020B0604020202020204" pitchFamily="34" charset="0"/>
                        </a:rPr>
                        <a:t>Reduced, but less so than with Senior Notes</a:t>
                      </a:r>
                    </a:p>
                  </a:txBody>
                  <a:tcPr marL="78914" marR="78914" marT="39457" marB="39457" anchor="ctr">
                    <a:solidFill>
                      <a:srgbClr val="CCD1D7"/>
                    </a:solidFill>
                  </a:tcPr>
                </a:tc>
                <a:extLst>
                  <a:ext uri="{0D108BD9-81ED-4DB2-BD59-A6C34878D82A}">
                    <a16:rowId xmlns:a16="http://schemas.microsoft.com/office/drawing/2014/main" val="1334905674"/>
                  </a:ext>
                </a:extLst>
              </a:tr>
              <a:tr h="320040">
                <a:tc>
                  <a:txBody>
                    <a:bodyPr/>
                    <a:lstStyle/>
                    <a:p>
                      <a:pPr algn="ctr"/>
                      <a:r>
                        <a:rPr lang="en-US" sz="900" b="1">
                          <a:latin typeface="Arial" panose="020B0604020202020204" pitchFamily="34" charset="0"/>
                          <a:cs typeface="Arial" panose="020B0604020202020204" pitchFamily="34" charset="0"/>
                        </a:rPr>
                        <a:t>Speed</a:t>
                      </a:r>
                      <a:r>
                        <a:rPr lang="en-US" sz="900" b="1" baseline="0">
                          <a:latin typeface="Arial" panose="020B0604020202020204" pitchFamily="34" charset="0"/>
                          <a:cs typeface="Arial" panose="020B0604020202020204" pitchFamily="34" charset="0"/>
                        </a:rPr>
                        <a:t> of Issuance</a:t>
                      </a:r>
                      <a:endParaRPr lang="en-US" sz="900" b="1">
                        <a:latin typeface="Arial" panose="020B0604020202020204" pitchFamily="34" charset="0"/>
                        <a:cs typeface="Arial" panose="020B0604020202020204" pitchFamily="34" charset="0"/>
                      </a:endParaRP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Several</a:t>
                      </a:r>
                      <a:r>
                        <a:rPr lang="en-US" sz="900" baseline="0">
                          <a:latin typeface="Arial" panose="020B0604020202020204" pitchFamily="34" charset="0"/>
                          <a:cs typeface="Arial" panose="020B0604020202020204" pitchFamily="34" charset="0"/>
                        </a:rPr>
                        <a:t> Weeks</a:t>
                      </a:r>
                      <a:endParaRPr lang="en-US" sz="900">
                        <a:latin typeface="Arial" panose="020B0604020202020204" pitchFamily="34" charset="0"/>
                        <a:cs typeface="Arial" panose="020B0604020202020204" pitchFamily="34" charset="0"/>
                      </a:endParaRP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Several Weeks (144A)</a:t>
                      </a:r>
                    </a:p>
                  </a:txBody>
                  <a:tcPr marL="78914" marR="78914" marT="39457" marB="39457" anchor="ctr">
                    <a:solidFill>
                      <a:srgbClr val="5E7C9E"/>
                    </a:solidFill>
                  </a:tcPr>
                </a:tc>
                <a:tc>
                  <a:txBody>
                    <a:bodyPr/>
                    <a:lstStyle/>
                    <a:p>
                      <a:pPr algn="ctr"/>
                      <a:r>
                        <a:rPr lang="en-US" sz="900">
                          <a:latin typeface="Arial" panose="020B0604020202020204" pitchFamily="34" charset="0"/>
                          <a:cs typeface="Arial" panose="020B0604020202020204" pitchFamily="34" charset="0"/>
                        </a:rPr>
                        <a:t>Several Weeks (144A)</a:t>
                      </a:r>
                    </a:p>
                  </a:txBody>
                  <a:tcPr marL="78914" marR="78914" marT="39457" marB="39457" anchor="ctr">
                    <a:solidFill>
                      <a:srgbClr val="5E7C9E"/>
                    </a:solidFill>
                  </a:tcPr>
                </a:tc>
                <a:extLst>
                  <a:ext uri="{0D108BD9-81ED-4DB2-BD59-A6C34878D82A}">
                    <a16:rowId xmlns:a16="http://schemas.microsoft.com/office/drawing/2014/main" val="1921441480"/>
                  </a:ext>
                </a:extLst>
              </a:tr>
            </a:tbl>
          </a:graphicData>
        </a:graphic>
      </p:graphicFrame>
    </p:spTree>
    <p:extLst>
      <p:ext uri="{BB962C8B-B14F-4D97-AF65-F5344CB8AC3E}">
        <p14:creationId xmlns:p14="http://schemas.microsoft.com/office/powerpoint/2010/main" val="445900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11BD18-01C6-261F-CB33-47BF07F528D3}"/>
              </a:ext>
            </a:extLst>
          </p:cNvPr>
          <p:cNvSpPr>
            <a:spLocks noGrp="1"/>
          </p:cNvSpPr>
          <p:nvPr>
            <p:ph type="body" sz="quarter" idx="14"/>
          </p:nvPr>
        </p:nvSpPr>
        <p:spPr/>
        <p:txBody>
          <a:bodyPr/>
          <a:lstStyle/>
          <a:p>
            <a:endParaRPr lang="en-FR"/>
          </a:p>
        </p:txBody>
      </p:sp>
      <p:sp>
        <p:nvSpPr>
          <p:cNvPr id="2" name="Footer Placeholder 1">
            <a:extLst>
              <a:ext uri="{FF2B5EF4-FFF2-40B4-BE49-F238E27FC236}">
                <a16:creationId xmlns:a16="http://schemas.microsoft.com/office/drawing/2014/main" id="{4ED8810B-9BE8-3D5B-E5DB-029B54D7671F}"/>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0" y="2667000"/>
            <a:ext cx="6172200" cy="276225"/>
          </a:xfrm>
          <a:prstGeom prst="rect">
            <a:avLst/>
          </a:prstGeom>
        </p:spPr>
        <p:txBody>
          <a:bodyPr>
            <a:normAutofit fontScale="90000"/>
          </a:bodyPr>
          <a:lstStyle/>
          <a:p>
            <a:pPr eaLnBrk="1" hangingPunct="1"/>
            <a:r>
              <a:rPr lang="en-US">
                <a:latin typeface="Arial" charset="0"/>
              </a:rPr>
              <a:t>Convertible Bond Proposed Offering Terms</a:t>
            </a:r>
          </a:p>
        </p:txBody>
      </p:sp>
      <p:sp>
        <p:nvSpPr>
          <p:cNvPr id="7" name="Content Placeholder 2"/>
          <p:cNvSpPr txBox="1">
            <a:spLocks/>
          </p:cNvSpPr>
          <p:nvPr/>
        </p:nvSpPr>
        <p:spPr bwMode="auto">
          <a:xfrm>
            <a:off x="285750" y="3352800"/>
            <a:ext cx="6172200" cy="3702039"/>
          </a:xfrm>
          <a:prstGeom prst="rect">
            <a:avLst/>
          </a:prstGeom>
          <a:noFill/>
          <a:ln w="9525">
            <a:noFill/>
            <a:miter lim="800000"/>
            <a:headEnd/>
            <a:tailEnd/>
          </a:ln>
        </p:spPr>
        <p:txBody>
          <a:bodyPr vert="horz" wrap="square" lIns="0" tIns="34290" rIns="0" bIns="34290" numCol="1" anchor="t" anchorCtr="0" compatLnSpc="1">
            <a:prstTxWarp prst="textNoShape">
              <a:avLst/>
            </a:prstTxWarp>
            <a:spAutoFit/>
          </a:bodyPr>
          <a:lstStyle>
            <a:lvl1pPr marL="173038" indent="-173038" algn="l" rtl="0" eaLnBrk="0" fontAlgn="base" hangingPunct="0">
              <a:spcBef>
                <a:spcPct val="20000"/>
              </a:spcBef>
              <a:spcAft>
                <a:spcPct val="0"/>
              </a:spcAft>
              <a:buClrTx/>
              <a:buSzPct val="120000"/>
              <a:buFont typeface="Wingdings" panose="05000000000000000000" pitchFamily="2" charset="2"/>
              <a:buChar char="§"/>
              <a:defRPr sz="1400" b="0" i="0" u="none" kern="1200">
                <a:solidFill>
                  <a:schemeClr val="tx1"/>
                </a:solidFill>
                <a:latin typeface="Arial" pitchFamily="34" charset="0"/>
                <a:ea typeface="+mn-ea"/>
                <a:cs typeface="+mn-cs"/>
              </a:defRPr>
            </a:lvl1pPr>
            <a:lvl2pPr marL="346075" indent="-173038" algn="l" rtl="0" eaLnBrk="0" fontAlgn="base" hangingPunct="0">
              <a:spcBef>
                <a:spcPct val="20000"/>
              </a:spcBef>
              <a:spcAft>
                <a:spcPct val="0"/>
              </a:spcAft>
              <a:buClrTx/>
              <a:buSzPct val="120000"/>
              <a:buFont typeface="Arial" panose="020B0604020202020204" pitchFamily="34" charset="0"/>
              <a:buChar char="•"/>
              <a:defRPr sz="1400" kern="1200">
                <a:solidFill>
                  <a:schemeClr val="tx1"/>
                </a:solidFill>
                <a:latin typeface="Arial" pitchFamily="34" charset="0"/>
                <a:ea typeface="+mn-ea"/>
                <a:cs typeface="+mn-cs"/>
              </a:defRPr>
            </a:lvl2pPr>
            <a:lvl3pPr marL="568325" indent="-222250" algn="l" rtl="0" eaLnBrk="0" fontAlgn="base" hangingPunct="0">
              <a:spcBef>
                <a:spcPct val="20000"/>
              </a:spcBef>
              <a:spcAft>
                <a:spcPct val="0"/>
              </a:spcAft>
              <a:buClrTx/>
              <a:buSzPct val="120000"/>
              <a:buFont typeface="Wingdings" panose="05000000000000000000" pitchFamily="2" charset="2"/>
              <a:buChar char="Ø"/>
              <a:defRPr sz="1400" kern="1200">
                <a:solidFill>
                  <a:schemeClr val="tx1"/>
                </a:solidFill>
                <a:latin typeface="Arial" pitchFamily="34" charset="0"/>
                <a:ea typeface="+mn-ea"/>
                <a:cs typeface="+mn-cs"/>
              </a:defRPr>
            </a:lvl3pPr>
            <a:lvl4pPr marL="803275" indent="-23495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4pPr>
            <a:lvl5pPr marL="1025525" indent="-22225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Aft>
                <a:spcPts val="750"/>
              </a:spcAft>
            </a:pPr>
            <a:r>
              <a:rPr lang="en-US" sz="900">
                <a:latin typeface="Arial" charset="0"/>
              </a:rPr>
              <a:t>Based on this analysis, we believe the company could issue a convertible bond in Q1 with the following terms:</a:t>
            </a:r>
          </a:p>
          <a:p>
            <a:pPr lvl="1" eaLnBrk="1" hangingPunct="1">
              <a:spcAft>
                <a:spcPts val="750"/>
              </a:spcAft>
            </a:pPr>
            <a:r>
              <a:rPr lang="en-US" sz="900" b="1">
                <a:latin typeface="Arial" charset="0"/>
              </a:rPr>
              <a:t>Offering Size:</a:t>
            </a:r>
            <a:r>
              <a:rPr lang="en-US" sz="900">
                <a:latin typeface="Arial" charset="0"/>
              </a:rPr>
              <a:t> $1.5 billion</a:t>
            </a:r>
          </a:p>
          <a:p>
            <a:pPr lvl="1" eaLnBrk="1" hangingPunct="1">
              <a:spcAft>
                <a:spcPts val="750"/>
              </a:spcAft>
            </a:pPr>
            <a:r>
              <a:rPr lang="en-US" sz="900" b="1">
                <a:latin typeface="Arial" charset="0"/>
              </a:rPr>
              <a:t>Conversion Price:</a:t>
            </a:r>
            <a:r>
              <a:rPr lang="en-US" sz="900">
                <a:latin typeface="Arial" charset="0"/>
              </a:rPr>
              <a:t> $641.58 (45.0% premium to current share price)</a:t>
            </a:r>
          </a:p>
          <a:p>
            <a:pPr lvl="1" eaLnBrk="1" hangingPunct="1">
              <a:spcAft>
                <a:spcPts val="750"/>
              </a:spcAft>
            </a:pPr>
            <a:r>
              <a:rPr lang="en-US" sz="900" b="1">
                <a:latin typeface="Arial" charset="0"/>
              </a:rPr>
              <a:t>Conversion Ratio:</a:t>
            </a:r>
            <a:r>
              <a:rPr lang="en-US" sz="900">
                <a:latin typeface="Arial" charset="0"/>
              </a:rPr>
              <a:t> 1.5586 (based on par value of $1,000)</a:t>
            </a:r>
          </a:p>
          <a:p>
            <a:pPr lvl="1" eaLnBrk="1" hangingPunct="1">
              <a:spcAft>
                <a:spcPts val="750"/>
              </a:spcAft>
            </a:pPr>
            <a:r>
              <a:rPr lang="en-US" sz="900" b="1">
                <a:latin typeface="Arial" charset="0"/>
              </a:rPr>
              <a:t>Coupon Rate and YTM:</a:t>
            </a:r>
            <a:r>
              <a:rPr lang="en-US" sz="900">
                <a:latin typeface="Arial" charset="0"/>
              </a:rPr>
              <a:t> 1.50%</a:t>
            </a:r>
          </a:p>
          <a:p>
            <a:pPr lvl="1" eaLnBrk="1" hangingPunct="1">
              <a:spcAft>
                <a:spcPts val="750"/>
              </a:spcAft>
            </a:pPr>
            <a:r>
              <a:rPr lang="en-US" sz="900" b="1">
                <a:latin typeface="Arial" charset="0"/>
              </a:rPr>
              <a:t>Maturity:</a:t>
            </a:r>
            <a:r>
              <a:rPr lang="en-US" sz="900">
                <a:latin typeface="Arial" charset="0"/>
              </a:rPr>
              <a:t> December 31, 2020 (6-year tenor)</a:t>
            </a:r>
          </a:p>
          <a:p>
            <a:pPr lvl="1" eaLnBrk="1" hangingPunct="1">
              <a:spcAft>
                <a:spcPts val="750"/>
              </a:spcAft>
            </a:pPr>
            <a:r>
              <a:rPr lang="en-US" sz="900" b="1">
                <a:latin typeface="Arial" charset="0"/>
              </a:rPr>
              <a:t>Payments:</a:t>
            </a:r>
            <a:r>
              <a:rPr lang="en-US" sz="900">
                <a:latin typeface="Arial" charset="0"/>
              </a:rPr>
              <a:t> Semiannual on June 30 and December 31 of each year</a:t>
            </a:r>
          </a:p>
          <a:p>
            <a:pPr lvl="1" eaLnBrk="1" hangingPunct="1">
              <a:spcAft>
                <a:spcPts val="750"/>
              </a:spcAft>
            </a:pPr>
            <a:r>
              <a:rPr lang="en-US" sz="900" b="1">
                <a:latin typeface="Arial" charset="0"/>
              </a:rPr>
              <a:t>Optional Redemption:</a:t>
            </a:r>
            <a:r>
              <a:rPr lang="en-US" sz="900">
                <a:latin typeface="Arial" charset="0"/>
              </a:rPr>
              <a:t> Make-whole call at T+50bps any time prior to maturity</a:t>
            </a:r>
          </a:p>
          <a:p>
            <a:pPr lvl="1" eaLnBrk="1" hangingPunct="1">
              <a:spcAft>
                <a:spcPts val="750"/>
              </a:spcAft>
            </a:pPr>
            <a:r>
              <a:rPr lang="en-US" sz="900" b="1">
                <a:latin typeface="Arial" charset="0"/>
              </a:rPr>
              <a:t>Change of Control:</a:t>
            </a:r>
            <a:r>
              <a:rPr lang="en-US" sz="900">
                <a:latin typeface="Arial" charset="0"/>
              </a:rPr>
              <a:t> Put @ 101% of principal plus accrued interest</a:t>
            </a:r>
          </a:p>
          <a:p>
            <a:pPr lvl="1" eaLnBrk="1" hangingPunct="1">
              <a:spcAft>
                <a:spcPts val="750"/>
              </a:spcAft>
            </a:pPr>
            <a:r>
              <a:rPr lang="en-US" sz="900" b="1">
                <a:latin typeface="Arial" charset="0"/>
              </a:rPr>
              <a:t>Settlement:</a:t>
            </a:r>
            <a:r>
              <a:rPr lang="en-US" sz="900">
                <a:latin typeface="Arial" charset="0"/>
              </a:rPr>
              <a:t> Cash settlement option available</a:t>
            </a:r>
          </a:p>
          <a:p>
            <a:pPr eaLnBrk="1" hangingPunct="1">
              <a:spcAft>
                <a:spcPts val="750"/>
              </a:spcAft>
            </a:pPr>
            <a:r>
              <a:rPr lang="en-US" sz="900">
                <a:latin typeface="Arial" charset="0"/>
              </a:rPr>
              <a:t>To reduce dilution and raise the effective conversion price, it is prudent to use a call-spread with the following terms:</a:t>
            </a:r>
          </a:p>
          <a:p>
            <a:pPr lvl="1" eaLnBrk="1" hangingPunct="1">
              <a:spcAft>
                <a:spcPts val="750"/>
              </a:spcAft>
            </a:pPr>
            <a:r>
              <a:rPr lang="en-US" sz="900" b="1">
                <a:latin typeface="Arial" charset="0"/>
              </a:rPr>
              <a:t>Purchased Call Options:</a:t>
            </a:r>
            <a:r>
              <a:rPr lang="en-US" sz="900">
                <a:latin typeface="Arial" charset="0"/>
              </a:rPr>
              <a:t> 2.3380 million (100% offset of convertible bond dilution) at a $641.58 exercise price</a:t>
            </a:r>
          </a:p>
          <a:p>
            <a:pPr lvl="1" eaLnBrk="1" hangingPunct="1">
              <a:spcAft>
                <a:spcPts val="750"/>
              </a:spcAft>
            </a:pPr>
            <a:r>
              <a:rPr lang="en-US" sz="900" b="1">
                <a:latin typeface="Arial" charset="0"/>
              </a:rPr>
              <a:t>Sold Warrants:</a:t>
            </a:r>
            <a:r>
              <a:rPr lang="en-US" sz="900">
                <a:latin typeface="Arial" charset="0"/>
              </a:rPr>
              <a:t> 1.7535 million (75% of call options) at a $774.32 exercise price</a:t>
            </a:r>
            <a:endParaRPr lang="en-US" sz="900" b="1">
              <a:latin typeface="Arial" charset="0"/>
            </a:endParaRPr>
          </a:p>
          <a:p>
            <a:pPr eaLnBrk="1" hangingPunct="1">
              <a:spcAft>
                <a:spcPts val="750"/>
              </a:spcAft>
            </a:pPr>
            <a:r>
              <a:rPr lang="en-US" sz="900">
                <a:latin typeface="Arial" charset="0"/>
              </a:rPr>
              <a:t>Such a strategy might increase pre-tax cost of funding to ~2.6% and raise the effective conversion premium to 75%</a:t>
            </a:r>
          </a:p>
        </p:txBody>
      </p:sp>
    </p:spTree>
    <p:extLst>
      <p:ext uri="{BB962C8B-B14F-4D97-AF65-F5344CB8AC3E}">
        <p14:creationId xmlns:p14="http://schemas.microsoft.com/office/powerpoint/2010/main" val="66469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Because this convertible bond would have a cash settlement option, Nautilus would record its liability and equity components separately, thereby improving its credit stats and ratios:</a:t>
            </a: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r>
              <a:rPr lang="en-US" sz="900">
                <a:latin typeface="Arial" charset="0"/>
              </a:rPr>
              <a:t>In the Downside Case, Debt / EBITDA would still rise to 9.5x, but the company’s capital ratios would be in a range more consistent with BB-rated companies</a:t>
            </a:r>
          </a:p>
          <a:p>
            <a:pPr eaLnBrk="1" hangingPunct="1">
              <a:spcAft>
                <a:spcPts val="750"/>
              </a:spcAft>
            </a:pPr>
            <a:r>
              <a:rPr lang="en-US" sz="900">
                <a:latin typeface="Arial" charset="0"/>
              </a:rPr>
              <a:t>The company’s credit rating might still be downgraded following a convertible bond issuance, but we believe it is less likely than with a traditional Unsecured Senior Note issuance</a:t>
            </a:r>
          </a:p>
        </p:txBody>
      </p:sp>
      <p:sp>
        <p:nvSpPr>
          <p:cNvPr id="3" name="Footer Placeholder 2">
            <a:extLst>
              <a:ext uri="{FF2B5EF4-FFF2-40B4-BE49-F238E27FC236}">
                <a16:creationId xmlns:a16="http://schemas.microsoft.com/office/drawing/2014/main" id="{8DF54B1F-49AF-E66C-B865-3E3A7DFD41DA}"/>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514350" y="2667000"/>
            <a:ext cx="6343650" cy="276225"/>
          </a:xfrm>
          <a:prstGeom prst="rect">
            <a:avLst/>
          </a:prstGeom>
        </p:spPr>
        <p:txBody>
          <a:bodyPr>
            <a:normAutofit fontScale="90000"/>
          </a:bodyPr>
          <a:lstStyle/>
          <a:p>
            <a:pPr eaLnBrk="1" hangingPunct="1"/>
            <a:r>
              <a:rPr lang="en-US">
                <a:latin typeface="Arial" charset="0"/>
              </a:rPr>
              <a:t>Pro-Forma Credit Statistics and Ratios – Base Case</a:t>
            </a:r>
          </a:p>
        </p:txBody>
      </p:sp>
      <p:sp>
        <p:nvSpPr>
          <p:cNvPr id="9" name="TextBox 8"/>
          <p:cNvSpPr txBox="1"/>
          <p:nvPr/>
        </p:nvSpPr>
        <p:spPr>
          <a:xfrm>
            <a:off x="285750" y="3067051"/>
            <a:ext cx="2571750" cy="115416"/>
          </a:xfrm>
          <a:prstGeom prst="rect">
            <a:avLst/>
          </a:prstGeom>
          <a:noFill/>
        </p:spPr>
        <p:txBody>
          <a:bodyPr wrap="square" lIns="0" tIns="0" rIns="0" bIns="0" rtlCol="0">
            <a:spAutoFit/>
          </a:bodyPr>
          <a:lstStyle/>
          <a:p>
            <a:r>
              <a:rPr lang="en-US" sz="750"/>
              <a:t>($ USD in Millions Except for $ per Share Figures)</a:t>
            </a:r>
          </a:p>
        </p:txBody>
      </p:sp>
      <p:pic>
        <p:nvPicPr>
          <p:cNvPr id="2" name="Picture 1"/>
          <p:cNvPicPr>
            <a:picLocks noChangeAspect="1"/>
          </p:cNvPicPr>
          <p:nvPr/>
        </p:nvPicPr>
        <p:blipFill>
          <a:blip r:embed="rId3"/>
          <a:stretch>
            <a:fillRect/>
          </a:stretch>
        </p:blipFill>
        <p:spPr>
          <a:xfrm>
            <a:off x="800100" y="3695701"/>
            <a:ext cx="5143500" cy="2574388"/>
          </a:xfrm>
          <a:prstGeom prst="rect">
            <a:avLst/>
          </a:prstGeom>
        </p:spPr>
      </p:pic>
    </p:spTree>
    <p:extLst>
      <p:ext uri="{BB962C8B-B14F-4D97-AF65-F5344CB8AC3E}">
        <p14:creationId xmlns:p14="http://schemas.microsoft.com/office/powerpoint/2010/main" val="1433613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type="body" sz="quarter" idx="14"/>
          </p:nvPr>
        </p:nvSpPr>
        <p:spPr>
          <a:prstGeom prst="rect">
            <a:avLst/>
          </a:prstGeom>
        </p:spPr>
        <p:txBody>
          <a:bodyPr>
            <a:spAutoFit/>
          </a:bodyPr>
          <a:lstStyle/>
          <a:p>
            <a:pPr eaLnBrk="1" hangingPunct="1">
              <a:spcAft>
                <a:spcPts val="750"/>
              </a:spcAft>
            </a:pPr>
            <a:r>
              <a:rPr lang="en-US" sz="900">
                <a:latin typeface="Arial" charset="0"/>
              </a:rPr>
              <a:t>The convertible bond would also provide a funding cost advantage, whether funding costs are measured by EPS impact or impact on WACC:</a:t>
            </a: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endParaRPr lang="en-US" sz="900">
              <a:latin typeface="Arial" charset="0"/>
            </a:endParaRPr>
          </a:p>
          <a:p>
            <a:pPr eaLnBrk="1" hangingPunct="1">
              <a:spcAft>
                <a:spcPts val="750"/>
              </a:spcAft>
            </a:pPr>
            <a:r>
              <a:rPr lang="en-US" sz="900">
                <a:latin typeface="Arial" charset="0"/>
              </a:rPr>
              <a:t>In the WACC calculation, the convertible bond’s after-tax cost of funding is 0.99%, compared with 3.73% for debt or 8.63% – 14.05% for equity</a:t>
            </a:r>
          </a:p>
          <a:p>
            <a:pPr eaLnBrk="1" hangingPunct="1">
              <a:spcAft>
                <a:spcPts val="750"/>
              </a:spcAft>
            </a:pPr>
            <a:r>
              <a:rPr lang="en-US" sz="900">
                <a:latin typeface="Arial" charset="0"/>
              </a:rPr>
              <a:t>While this cost would increase if the company’s stock price exceeded its conversion price, the company could boost the effective conversion premium to 75% using the call-spread strategy we recommended</a:t>
            </a:r>
          </a:p>
        </p:txBody>
      </p:sp>
      <p:sp>
        <p:nvSpPr>
          <p:cNvPr id="2" name="Footer Placeholder 1">
            <a:extLst>
              <a:ext uri="{FF2B5EF4-FFF2-40B4-BE49-F238E27FC236}">
                <a16:creationId xmlns:a16="http://schemas.microsoft.com/office/drawing/2014/main" id="{E8DEF7AD-AA20-E42D-7861-5211D595A91C}"/>
              </a:ext>
            </a:extLst>
          </p:cNvPr>
          <p:cNvSpPr>
            <a:spLocks noGrp="1"/>
          </p:cNvSpPr>
          <p:nvPr>
            <p:ph type="ftr" sz="quarter" idx="15"/>
          </p:nvPr>
        </p:nvSpPr>
        <p:spPr/>
        <p:txBody>
          <a:bodyPr/>
          <a:lstStyle/>
          <a:p>
            <a:pPr>
              <a:defRPr/>
            </a:pPr>
            <a:r>
              <a:rPr lang="en-US"/>
              <a:t>N° X – Month YYYY</a:t>
            </a:r>
            <a:endParaRPr lang="en-US" dirty="0"/>
          </a:p>
        </p:txBody>
      </p:sp>
      <p:sp>
        <p:nvSpPr>
          <p:cNvPr id="13314" name="Title 1"/>
          <p:cNvSpPr>
            <a:spLocks noGrp="1"/>
          </p:cNvSpPr>
          <p:nvPr>
            <p:ph type="title" idx="4294967295"/>
          </p:nvPr>
        </p:nvSpPr>
        <p:spPr>
          <a:xfrm>
            <a:off x="514350" y="2667000"/>
            <a:ext cx="6343650" cy="276225"/>
          </a:xfrm>
          <a:prstGeom prst="rect">
            <a:avLst/>
          </a:prstGeom>
        </p:spPr>
        <p:txBody>
          <a:bodyPr>
            <a:normAutofit fontScale="90000"/>
          </a:bodyPr>
          <a:lstStyle/>
          <a:p>
            <a:pPr eaLnBrk="1" hangingPunct="1"/>
            <a:r>
              <a:rPr lang="en-US">
                <a:latin typeface="Arial" charset="0"/>
              </a:rPr>
              <a:t>Convertible Bond Funding Costs</a:t>
            </a:r>
          </a:p>
        </p:txBody>
      </p:sp>
      <p:sp>
        <p:nvSpPr>
          <p:cNvPr id="9" name="TextBox 8"/>
          <p:cNvSpPr txBox="1"/>
          <p:nvPr/>
        </p:nvSpPr>
        <p:spPr>
          <a:xfrm>
            <a:off x="285750" y="3067051"/>
            <a:ext cx="2571750" cy="115416"/>
          </a:xfrm>
          <a:prstGeom prst="rect">
            <a:avLst/>
          </a:prstGeom>
          <a:noFill/>
        </p:spPr>
        <p:txBody>
          <a:bodyPr wrap="square" lIns="0" tIns="0" rIns="0" bIns="0" rtlCol="0">
            <a:spAutoFit/>
          </a:bodyPr>
          <a:lstStyle/>
          <a:p>
            <a:r>
              <a:rPr lang="en-US" sz="750"/>
              <a:t>($ USD in Millions Except for $ per Share Figures)</a:t>
            </a:r>
          </a:p>
        </p:txBody>
      </p:sp>
      <p:pic>
        <p:nvPicPr>
          <p:cNvPr id="3" name="Picture 2"/>
          <p:cNvPicPr>
            <a:picLocks noChangeAspect="1"/>
          </p:cNvPicPr>
          <p:nvPr/>
        </p:nvPicPr>
        <p:blipFill>
          <a:blip r:embed="rId3"/>
          <a:stretch>
            <a:fillRect/>
          </a:stretch>
        </p:blipFill>
        <p:spPr>
          <a:xfrm>
            <a:off x="285750" y="3810001"/>
            <a:ext cx="6229350" cy="1700921"/>
          </a:xfrm>
          <a:prstGeom prst="rect">
            <a:avLst/>
          </a:prstGeom>
        </p:spPr>
      </p:pic>
    </p:spTree>
    <p:extLst>
      <p:ext uri="{BB962C8B-B14F-4D97-AF65-F5344CB8AC3E}">
        <p14:creationId xmlns:p14="http://schemas.microsoft.com/office/powerpoint/2010/main" val="4170947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F42E6ED-8C4F-1966-7799-A8F7D02285A2}"/>
              </a:ext>
            </a:extLst>
          </p:cNvPr>
          <p:cNvSpPr>
            <a:spLocks noGrp="1"/>
          </p:cNvSpPr>
          <p:nvPr>
            <p:ph type="body" sz="quarter" idx="14"/>
          </p:nvPr>
        </p:nvSpPr>
        <p:spPr/>
        <p:txBody>
          <a:bodyPr/>
          <a:lstStyle/>
          <a:p>
            <a:endParaRPr lang="en-FR"/>
          </a:p>
        </p:txBody>
      </p:sp>
      <p:sp>
        <p:nvSpPr>
          <p:cNvPr id="4" name="Footer Placeholder 3">
            <a:extLst>
              <a:ext uri="{FF2B5EF4-FFF2-40B4-BE49-F238E27FC236}">
                <a16:creationId xmlns:a16="http://schemas.microsoft.com/office/drawing/2014/main" id="{FD606BC7-4BC6-9443-CE39-9BB5C0414764}"/>
              </a:ext>
            </a:extLst>
          </p:cNvPr>
          <p:cNvSpPr>
            <a:spLocks noGrp="1"/>
          </p:cNvSpPr>
          <p:nvPr>
            <p:ph type="ftr" sz="quarter" idx="15"/>
          </p:nvPr>
        </p:nvSpPr>
        <p:spPr/>
        <p:txBody>
          <a:bodyPr/>
          <a:lstStyle/>
          <a:p>
            <a:pPr>
              <a:defRPr/>
            </a:pPr>
            <a:r>
              <a:rPr lang="en-US"/>
              <a:t>N° X – Month YYYY</a:t>
            </a:r>
            <a:endParaRPr lang="en-US" dirty="0"/>
          </a:p>
        </p:txBody>
      </p:sp>
      <p:sp>
        <p:nvSpPr>
          <p:cNvPr id="2" name="Title 1"/>
          <p:cNvSpPr>
            <a:spLocks noGrp="1"/>
          </p:cNvSpPr>
          <p:nvPr>
            <p:ph type="title" idx="4294967295"/>
          </p:nvPr>
        </p:nvSpPr>
        <p:spPr>
          <a:xfrm>
            <a:off x="0" y="2676525"/>
            <a:ext cx="6915150" cy="276225"/>
          </a:xfrm>
          <a:prstGeom prst="rect">
            <a:avLst/>
          </a:prstGeom>
        </p:spPr>
        <p:txBody>
          <a:bodyPr>
            <a:normAutofit fontScale="90000"/>
          </a:bodyPr>
          <a:lstStyle/>
          <a:p>
            <a:r>
              <a:rPr lang="en-US">
                <a:latin typeface="Arial" charset="0"/>
              </a:rPr>
              <a:t>Convertible Bond Offering – Conclusions</a:t>
            </a:r>
            <a:endParaRPr lang="en-US"/>
          </a:p>
        </p:txBody>
      </p:sp>
      <p:sp>
        <p:nvSpPr>
          <p:cNvPr id="9" name="Rounded Rectangle 8"/>
          <p:cNvSpPr/>
          <p:nvPr/>
        </p:nvSpPr>
        <p:spPr>
          <a:xfrm>
            <a:off x="2002536" y="3421815"/>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The after-tax cost would range from 0.99% to 1.74%, compared with 3.50% to 4.00% for traditional debt or 1.24% to 1.38% for equity; a convertible bond would also reduce WACC more than either of those</a:t>
            </a:r>
          </a:p>
        </p:txBody>
      </p:sp>
      <p:sp>
        <p:nvSpPr>
          <p:cNvPr id="3" name="Rectangle 2"/>
          <p:cNvSpPr/>
          <p:nvPr/>
        </p:nvSpPr>
        <p:spPr>
          <a:xfrm>
            <a:off x="285750" y="3421815"/>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#1</a:t>
            </a:r>
          </a:p>
        </p:txBody>
      </p:sp>
      <p:sp>
        <p:nvSpPr>
          <p:cNvPr id="22" name="Rounded Rectangle 21"/>
          <p:cNvSpPr/>
          <p:nvPr/>
        </p:nvSpPr>
        <p:spPr>
          <a:xfrm>
            <a:off x="2002536" y="4353142"/>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It would have less restrictive covenants than Unsecured Senior Notes, the company’s leverage ratio and capital ratios would remain lower, and the company would be able to raise debt at lower rates in the future</a:t>
            </a:r>
          </a:p>
        </p:txBody>
      </p:sp>
      <p:sp>
        <p:nvSpPr>
          <p:cNvPr id="23" name="Rectangle 22"/>
          <p:cNvSpPr/>
          <p:nvPr/>
        </p:nvSpPr>
        <p:spPr>
          <a:xfrm>
            <a:off x="285750" y="4353142"/>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#2</a:t>
            </a:r>
          </a:p>
        </p:txBody>
      </p:sp>
      <p:sp>
        <p:nvSpPr>
          <p:cNvPr id="26" name="Rounded Rectangle 25"/>
          <p:cNvSpPr/>
          <p:nvPr/>
        </p:nvSpPr>
        <p:spPr>
          <a:xfrm>
            <a:off x="2002536" y="5284470"/>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Assuming that stock-price volatility stays about the same, the convertible bond would likely trade within ~10% of its $1.5 billion book value, reducing risk from short sellers</a:t>
            </a:r>
          </a:p>
        </p:txBody>
      </p:sp>
      <p:sp>
        <p:nvSpPr>
          <p:cNvPr id="27" name="Rectangle 26"/>
          <p:cNvSpPr/>
          <p:nvPr/>
        </p:nvSpPr>
        <p:spPr>
          <a:xfrm>
            <a:off x="285750" y="5284470"/>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#3</a:t>
            </a:r>
          </a:p>
        </p:txBody>
      </p:sp>
      <p:sp>
        <p:nvSpPr>
          <p:cNvPr id="30" name="Rounded Rectangle 29"/>
          <p:cNvSpPr/>
          <p:nvPr/>
        </p:nvSpPr>
        <p:spPr>
          <a:xfrm>
            <a:off x="2002536" y="6215798"/>
            <a:ext cx="4512564" cy="514350"/>
          </a:xfrm>
          <a:prstGeom prst="roundRect">
            <a:avLst/>
          </a:prstGeom>
          <a:solidFill>
            <a:srgbClr val="CCD1D7"/>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411480" rtlCol="0" anchor="ctr"/>
          <a:lstStyle/>
          <a:p>
            <a:r>
              <a:rPr lang="en-US" sz="900">
                <a:solidFill>
                  <a:schemeClr val="tx1"/>
                </a:solidFill>
                <a:latin typeface="Arial" panose="020B0604020202020204" pitchFamily="34" charset="0"/>
                <a:cs typeface="Arial" panose="020B0604020202020204" pitchFamily="34" charset="0"/>
              </a:rPr>
              <a:t>While a 45% conversion premium is in-line with recent offerings, the company could boost the effective conversion premium to 75% with purchased call options and sold warrants, reducing economic dilution</a:t>
            </a:r>
          </a:p>
        </p:txBody>
      </p:sp>
      <p:sp>
        <p:nvSpPr>
          <p:cNvPr id="31" name="Rectangle 30"/>
          <p:cNvSpPr/>
          <p:nvPr/>
        </p:nvSpPr>
        <p:spPr>
          <a:xfrm>
            <a:off x="285750" y="6215798"/>
            <a:ext cx="459486" cy="5143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#4</a:t>
            </a:r>
          </a:p>
        </p:txBody>
      </p:sp>
      <p:sp>
        <p:nvSpPr>
          <p:cNvPr id="35" name="Right Arrow 34"/>
          <p:cNvSpPr/>
          <p:nvPr/>
        </p:nvSpPr>
        <p:spPr>
          <a:xfrm>
            <a:off x="745236" y="3421815"/>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A Convertible Bond Would Offer the Lowest Cost of Funding</a:t>
            </a:r>
          </a:p>
        </p:txBody>
      </p:sp>
      <p:sp>
        <p:nvSpPr>
          <p:cNvPr id="36" name="Right Arrow 35"/>
          <p:cNvSpPr/>
          <p:nvPr/>
        </p:nvSpPr>
        <p:spPr>
          <a:xfrm>
            <a:off x="745236" y="4353142"/>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A Convertible Would Let Nautilus Maintain Financial Flexibility</a:t>
            </a:r>
          </a:p>
        </p:txBody>
      </p:sp>
      <p:sp>
        <p:nvSpPr>
          <p:cNvPr id="37" name="Right Arrow 36"/>
          <p:cNvSpPr/>
          <p:nvPr/>
        </p:nvSpPr>
        <p:spPr>
          <a:xfrm>
            <a:off x="745236" y="5284470"/>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The Convertible’s Market Price Would Be Close to Its Book Value</a:t>
            </a:r>
          </a:p>
        </p:txBody>
      </p:sp>
      <p:sp>
        <p:nvSpPr>
          <p:cNvPr id="38" name="Right Arrow 37"/>
          <p:cNvSpPr/>
          <p:nvPr/>
        </p:nvSpPr>
        <p:spPr>
          <a:xfrm>
            <a:off x="745236" y="6215798"/>
            <a:ext cx="1659636" cy="514350"/>
          </a:xfrm>
          <a:prstGeom prst="rightArrow">
            <a:avLst>
              <a:gd name="adj1" fmla="val 100000"/>
              <a:gd name="adj2" fmla="val 62572"/>
            </a:avLst>
          </a:prstGeom>
          <a:solidFill>
            <a:srgbClr val="113D6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latin typeface="Arial" panose="020B0604020202020204" pitchFamily="34" charset="0"/>
                <a:cs typeface="Arial" panose="020B0604020202020204" pitchFamily="34" charset="0"/>
              </a:rPr>
              <a:t>The Company Could Reduce Dilution with a Call-Spread Structure</a:t>
            </a:r>
          </a:p>
        </p:txBody>
      </p:sp>
    </p:spTree>
    <p:extLst>
      <p:ext uri="{BB962C8B-B14F-4D97-AF65-F5344CB8AC3E}">
        <p14:creationId xmlns:p14="http://schemas.microsoft.com/office/powerpoint/2010/main" val="670099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6350">
          <a:solidFill>
            <a:schemeClr val="tx1"/>
          </a:solidFill>
        </a:ln>
      </a:spPr>
      <a:bodyPr rtlCol="0" anchor="ctr"/>
      <a:lstStyle>
        <a:defPPr marL="173038" indent="-173038">
          <a:buFont typeface="Wingdings" panose="05000000000000000000" pitchFamily="2" charset="2"/>
          <a:buChar char="§"/>
          <a:defRPr sz="12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8FDE78237E5BD43BF0CE567A8265D11" ma:contentTypeVersion="11" ma:contentTypeDescription="Create a new document." ma:contentTypeScope="" ma:versionID="5567f670ed4d1c84974d99644a3ea51e">
  <xsd:schema xmlns:xsd="http://www.w3.org/2001/XMLSchema" xmlns:xs="http://www.w3.org/2001/XMLSchema" xmlns:p="http://schemas.microsoft.com/office/2006/metadata/properties" xmlns:ns2="37c390ba-ccc1-4a97-8ed5-e6130fdb8bb2" xmlns:ns3="6474e229-2bef-48fc-98c6-dfaf0db62f0f" targetNamespace="http://schemas.microsoft.com/office/2006/metadata/properties" ma:root="true" ma:fieldsID="2dc838be0319862c61f2214a1cfe9000" ns2:_="" ns3:_="">
    <xsd:import namespace="37c390ba-ccc1-4a97-8ed5-e6130fdb8bb2"/>
    <xsd:import namespace="6474e229-2bef-48fc-98c6-dfaf0db62f0f"/>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c390ba-ccc1-4a97-8ed5-e6130fdb8bb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74661dae-d6df-48fc-a54e-a577d2899e9c"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74e229-2bef-48fc-98c6-dfaf0db62f0f"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1dd08a0-46ed-48f9-87fa-ffc2a8469090}" ma:internalName="TaxCatchAll" ma:showField="CatchAllData" ma:web="6474e229-2bef-48fc-98c6-dfaf0db62f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7c390ba-ccc1-4a97-8ed5-e6130fdb8bb2">
      <Terms xmlns="http://schemas.microsoft.com/office/infopath/2007/PartnerControls"/>
    </lcf76f155ced4ddcb4097134ff3c332f>
    <TaxCatchAll xmlns="6474e229-2bef-48fc-98c6-dfaf0db62f0f" xsi:nil="true"/>
  </documentManagement>
</p:properties>
</file>

<file path=customXml/itemProps1.xml><?xml version="1.0" encoding="utf-8"?>
<ds:datastoreItem xmlns:ds="http://schemas.openxmlformats.org/officeDocument/2006/customXml" ds:itemID="{110F4800-EAFB-4D4A-B1AA-06D5FA2F53AB}">
  <ds:schemaRefs>
    <ds:schemaRef ds:uri="http://schemas.microsoft.com/sharepoint/v3/contenttype/forms"/>
  </ds:schemaRefs>
</ds:datastoreItem>
</file>

<file path=customXml/itemProps2.xml><?xml version="1.0" encoding="utf-8"?>
<ds:datastoreItem xmlns:ds="http://schemas.openxmlformats.org/officeDocument/2006/customXml" ds:itemID="{208080FF-6547-47FF-8E56-CF9B8AC97A2D}">
  <ds:schemaRefs>
    <ds:schemaRef ds:uri="37c390ba-ccc1-4a97-8ed5-e6130fdb8bb2"/>
    <ds:schemaRef ds:uri="6474e229-2bef-48fc-98c6-dfaf0db62f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808BBF2-7D54-4A35-A458-079806C853E9}">
  <ds:schemaRefs>
    <ds:schemaRef ds:uri="http://schemas.microsoft.com/office/2006/documentManagement/types"/>
    <ds:schemaRef ds:uri="http://purl.org/dc/terms/"/>
    <ds:schemaRef ds:uri="http://schemas.openxmlformats.org/package/2006/metadata/core-properties"/>
    <ds:schemaRef ds:uri="http://www.w3.org/XML/1998/namespace"/>
    <ds:schemaRef ds:uri="http://schemas.microsoft.com/office/infopath/2007/PartnerControls"/>
    <ds:schemaRef ds:uri="6474e229-2bef-48fc-98c6-dfaf0db62f0f"/>
    <ds:schemaRef ds:uri="37c390ba-ccc1-4a97-8ed5-e6130fdb8bb2"/>
    <ds:schemaRef ds:uri="http://schemas.microsoft.com/office/2006/metadata/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2251</Words>
  <Application>Microsoft Office PowerPoint</Application>
  <PresentationFormat>A4 Paper (210x297 mm)</PresentationFormat>
  <Paragraphs>204</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Avenir Next LT Pro</vt:lpstr>
      <vt:lpstr>Calibri</vt:lpstr>
      <vt:lpstr>Times New Roman</vt:lpstr>
      <vt:lpstr>Wingdings</vt:lpstr>
      <vt:lpstr>Office Theme</vt:lpstr>
      <vt:lpstr>PowerPoint Presentation</vt:lpstr>
      <vt:lpstr>PowerPoint Presentation</vt:lpstr>
      <vt:lpstr>PowerPoint Presentation</vt:lpstr>
      <vt:lpstr>Rationale for Follow-On Equity Offering</vt:lpstr>
      <vt:lpstr>Valuation Summary</vt:lpstr>
      <vt:lpstr>Follow-On Offering Proceeds Analysis</vt:lpstr>
      <vt:lpstr>Comparable Debt Issuances</vt:lpstr>
      <vt:lpstr>Pro-Forma Credit Statistics and Ratios – Base Case</vt:lpstr>
      <vt:lpstr>Unsecured Senior Note Issuance – Conclusions</vt:lpstr>
      <vt:lpstr>Rationale for a Convertible Bond Offering</vt:lpstr>
      <vt:lpstr>Convertible Bond Proposed Offering Terms</vt:lpstr>
      <vt:lpstr>Pro-Forma Credit Statistics and Ratios – Base Case</vt:lpstr>
      <vt:lpstr>Convertible Bond Funding Costs</vt:lpstr>
      <vt:lpstr>Convertible Bond Offering –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Nautilus</dc:title>
  <dc:creator>BIWS</dc:creator>
  <cp:lastModifiedBy>Stuart, Sebastian</cp:lastModifiedBy>
  <cp:revision>1</cp:revision>
  <dcterms:created xsi:type="dcterms:W3CDTF">2010-05-26T09:54:24Z</dcterms:created>
  <dcterms:modified xsi:type="dcterms:W3CDTF">2024-06-09T14:52:33Z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0x01010048FDE78237E5BD43BF0CE567A8265D11</vt:lpwstr>
  </property>
  <property fmtid="{D5CDD505-2E9C-101B-9397-08002B2CF9AE}" pid="3" name="MediaServiceImageTags">
    <vt:lpwstr/>
  </property>
</Properties>
</file>